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7.xml" ContentType="application/vnd.openxmlformats-officedocument.presentationml.notesSlide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2.xml" ContentType="application/inkml+xml"/>
  <Override PartName="/ppt/notesSlides/notesSlide11.xml" ContentType="application/vnd.openxmlformats-officedocument.presentationml.notesSlide+xml"/>
  <Override PartName="/ppt/ink/ink13.xml" ContentType="application/inkml+xml"/>
  <Override PartName="/ppt/notesSlides/notesSlide12.xml" ContentType="application/vnd.openxmlformats-officedocument.presentationml.notesSlide+xml"/>
  <Override PartName="/ppt/ink/ink14.xml" ContentType="application/inkml+xml"/>
  <Override PartName="/ppt/notesSlides/notesSlide13.xml" ContentType="application/vnd.openxmlformats-officedocument.presentationml.notesSlide+xml"/>
  <Override PartName="/ppt/ink/ink1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22"/>
  </p:notesMasterIdLst>
  <p:handoutMasterIdLst>
    <p:handoutMasterId r:id="rId23"/>
  </p:handoutMasterIdLst>
  <p:sldIdLst>
    <p:sldId id="2549" r:id="rId2"/>
    <p:sldId id="2554" r:id="rId3"/>
    <p:sldId id="256" r:id="rId4"/>
    <p:sldId id="2562" r:id="rId5"/>
    <p:sldId id="2571" r:id="rId6"/>
    <p:sldId id="2572" r:id="rId7"/>
    <p:sldId id="2573" r:id="rId8"/>
    <p:sldId id="2580" r:id="rId9"/>
    <p:sldId id="2574" r:id="rId10"/>
    <p:sldId id="2587" r:id="rId11"/>
    <p:sldId id="2588" r:id="rId12"/>
    <p:sldId id="2581" r:id="rId13"/>
    <p:sldId id="2582" r:id="rId14"/>
    <p:sldId id="2575" r:id="rId15"/>
    <p:sldId id="2584" r:id="rId16"/>
    <p:sldId id="2585" r:id="rId17"/>
    <p:sldId id="2586" r:id="rId18"/>
    <p:sldId id="2576" r:id="rId19"/>
    <p:sldId id="2577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A00"/>
    <a:srgbClr val="A24895"/>
    <a:srgbClr val="231DA3"/>
    <a:srgbClr val="52C115"/>
    <a:srgbClr val="C5A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4" autoAdjust="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shekh yusuf" userId="e97b47058e3a0d63" providerId="LiveId" clId="{CBEEA366-F1E8-46D3-B907-4AC3CB4C1846}"/>
    <pc:docChg chg="modSld sldOrd">
      <pc:chgData name="sara shekh yusuf" userId="e97b47058e3a0d63" providerId="LiveId" clId="{CBEEA366-F1E8-46D3-B907-4AC3CB4C1846}" dt="2025-01-12T18:46:47.483" v="1"/>
      <pc:docMkLst>
        <pc:docMk/>
      </pc:docMkLst>
      <pc:sldChg chg="ord">
        <pc:chgData name="sara shekh yusuf" userId="e97b47058e3a0d63" providerId="LiveId" clId="{CBEEA366-F1E8-46D3-B907-4AC3CB4C1846}" dt="2025-01-12T18:46:47.483" v="1"/>
        <pc:sldMkLst>
          <pc:docMk/>
          <pc:sldMk cId="0" sldId="2571"/>
        </pc:sldMkLst>
      </pc:sldChg>
    </pc:docChg>
  </pc:docChgLst>
  <pc:docChgLst>
    <pc:chgData name="sara shekh yusuf" userId="e97b47058e3a0d63" providerId="LiveId" clId="{5375C897-B603-46B6-A683-125D4302BDA1}"/>
    <pc:docChg chg="undo redo custSel addSld delSld modSld sldOrd modMainMaster">
      <pc:chgData name="sara shekh yusuf" userId="e97b47058e3a0d63" providerId="LiveId" clId="{5375C897-B603-46B6-A683-125D4302BDA1}" dt="2024-11-18T15:16:01.276" v="2632" actId="20577"/>
      <pc:docMkLst>
        <pc:docMk/>
      </pc:docMkLst>
      <pc:sldChg chg="addSp delSp modSp add mod ord">
        <pc:chgData name="sara shekh yusuf" userId="e97b47058e3a0d63" providerId="LiveId" clId="{5375C897-B603-46B6-A683-125D4302BDA1}" dt="2024-11-14T14:57:42.488" v="2288"/>
        <pc:sldMkLst>
          <pc:docMk/>
          <pc:sldMk cId="0" sldId="256"/>
        </pc:sldMkLst>
        <pc:spChg chg="add 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2" creationId="{E692A851-6FCC-F124-FD22-ACA73B1F8069}"/>
          </ac:spMkLst>
        </pc:spChg>
        <pc:spChg chg="mod">
          <ac:chgData name="sara shekh yusuf" userId="e97b47058e3a0d63" providerId="LiveId" clId="{5375C897-B603-46B6-A683-125D4302BDA1}" dt="2024-11-14T12:51:43.605" v="2251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18" creationId="{00000000-0000-0000-0000-000000000000}"/>
          </ac:spMkLst>
        </pc:spChg>
        <pc:spChg chg="add mod">
          <ac:chgData name="sara shekh yusuf" userId="e97b47058e3a0d63" providerId="LiveId" clId="{5375C897-B603-46B6-A683-125D4302BDA1}" dt="2024-11-14T12:51:25.029" v="2247" actId="1076"/>
          <ac:spMkLst>
            <pc:docMk/>
            <pc:sldMk cId="0" sldId="256"/>
            <ac:spMk id="19" creationId="{2CF13F5D-849A-F32B-8BD6-42B68E0982F9}"/>
          </ac:spMkLst>
        </pc:spChg>
        <pc:spChg chg="add 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20" creationId="{65178650-4772-5381-E3D0-A494028F6338}"/>
          </ac:spMkLst>
        </pc:spChg>
        <pc:spChg chg="add 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21" creationId="{C850D75A-9730-131C-ACD8-D5E83498AF5B}"/>
          </ac:spMkLst>
        </pc:spChg>
        <pc:spChg chg="add mod">
          <ac:chgData name="sara shekh yusuf" userId="e97b47058e3a0d63" providerId="LiveId" clId="{5375C897-B603-46B6-A683-125D4302BDA1}" dt="2024-11-14T12:51:38.047" v="2250" actId="1076"/>
          <ac:spMkLst>
            <pc:docMk/>
            <pc:sldMk cId="0" sldId="256"/>
            <ac:spMk id="23" creationId="{63BD3715-259B-D3F8-3146-BC237A808ACE}"/>
          </ac:spMkLst>
        </pc:spChg>
        <pc:inkChg chg="add">
          <ac:chgData name="sara shekh yusuf" userId="e97b47058e3a0d63" providerId="LiveId" clId="{5375C897-B603-46B6-A683-125D4302BDA1}" dt="2024-11-07T08:38:20.133" v="676" actId="9405"/>
          <ac:inkMkLst>
            <pc:docMk/>
            <pc:sldMk cId="0" sldId="256"/>
            <ac:inkMk id="22" creationId="{D865AA40-AF90-E139-6801-136C2586D4E2}"/>
          </ac:inkMkLst>
        </pc:inkChg>
      </pc:sldChg>
      <pc:sldChg chg="add del">
        <pc:chgData name="sara shekh yusuf" userId="e97b47058e3a0d63" providerId="LiveId" clId="{5375C897-B603-46B6-A683-125D4302BDA1}" dt="2024-11-07T14:49:40.930" v="2130" actId="47"/>
        <pc:sldMkLst>
          <pc:docMk/>
          <pc:sldMk cId="0" sldId="257"/>
        </pc:sldMkLst>
      </pc:sldChg>
      <pc:sldChg chg="modSp add del mod">
        <pc:chgData name="sara shekh yusuf" userId="e97b47058e3a0d63" providerId="LiveId" clId="{5375C897-B603-46B6-A683-125D4302BDA1}" dt="2024-11-07T14:48:41.628" v="2118" actId="47"/>
        <pc:sldMkLst>
          <pc:docMk/>
          <pc:sldMk cId="0" sldId="258"/>
        </pc:sldMkLst>
      </pc:sldChg>
      <pc:sldChg chg="add del">
        <pc:chgData name="sara shekh yusuf" userId="e97b47058e3a0d63" providerId="LiveId" clId="{5375C897-B603-46B6-A683-125D4302BDA1}" dt="2024-11-07T14:48:45.819" v="2119" actId="47"/>
        <pc:sldMkLst>
          <pc:docMk/>
          <pc:sldMk cId="0" sldId="259"/>
        </pc:sldMkLst>
      </pc:sldChg>
      <pc:sldChg chg="modSp add del mod">
        <pc:chgData name="sara shekh yusuf" userId="e97b47058e3a0d63" providerId="LiveId" clId="{5375C897-B603-46B6-A683-125D4302BDA1}" dt="2024-11-07T14:49:42.641" v="2131" actId="47"/>
        <pc:sldMkLst>
          <pc:docMk/>
          <pc:sldMk cId="0" sldId="260"/>
        </pc:sldMkLst>
      </pc:sldChg>
      <pc:sldChg chg="add del">
        <pc:chgData name="sara shekh yusuf" userId="e97b47058e3a0d63" providerId="LiveId" clId="{5375C897-B603-46B6-A683-125D4302BDA1}" dt="2024-11-07T14:49:43.913" v="2132" actId="47"/>
        <pc:sldMkLst>
          <pc:docMk/>
          <pc:sldMk cId="0" sldId="261"/>
        </pc:sldMkLst>
      </pc:sldChg>
      <pc:sldChg chg="add del">
        <pc:chgData name="sara shekh yusuf" userId="e97b47058e3a0d63" providerId="LiveId" clId="{5375C897-B603-46B6-A683-125D4302BDA1}" dt="2024-11-07T14:49:52.638" v="2133" actId="47"/>
        <pc:sldMkLst>
          <pc:docMk/>
          <pc:sldMk cId="0" sldId="262"/>
        </pc:sldMkLst>
      </pc:sldChg>
      <pc:sldChg chg="add del">
        <pc:chgData name="sara shekh yusuf" userId="e97b47058e3a0d63" providerId="LiveId" clId="{5375C897-B603-46B6-A683-125D4302BDA1}" dt="2024-11-07T14:49:56.755" v="2134" actId="47"/>
        <pc:sldMkLst>
          <pc:docMk/>
          <pc:sldMk cId="0" sldId="263"/>
        </pc:sldMkLst>
      </pc:sldChg>
      <pc:sldChg chg="addSp delSp modSp add del mod">
        <pc:chgData name="sara shekh yusuf" userId="e97b47058e3a0d63" providerId="LiveId" clId="{5375C897-B603-46B6-A683-125D4302BDA1}" dt="2024-11-17T09:25:06.350" v="2608" actId="1076"/>
        <pc:sldMkLst>
          <pc:docMk/>
          <pc:sldMk cId="0" sldId="264"/>
        </pc:sldMkLst>
        <pc:spChg chg="mod">
          <ac:chgData name="sara shekh yusuf" userId="e97b47058e3a0d63" providerId="LiveId" clId="{5375C897-B603-46B6-A683-125D4302BDA1}" dt="2024-11-17T09:25:06.350" v="2608" actId="1076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sara shekh yusuf" userId="e97b47058e3a0d63" providerId="LiveId" clId="{5375C897-B603-46B6-A683-125D4302BDA1}" dt="2024-11-17T09:24:46.075" v="2605" actId="1076"/>
          <ac:spMkLst>
            <pc:docMk/>
            <pc:sldMk cId="0" sldId="264"/>
            <ac:spMk id="8" creationId="{00BF45E1-BEC2-9181-D6ED-5350F5B8AD7E}"/>
          </ac:spMkLst>
        </pc:spChg>
        <pc:picChg chg="add mod">
          <ac:chgData name="sara shekh yusuf" userId="e97b47058e3a0d63" providerId="LiveId" clId="{5375C897-B603-46B6-A683-125D4302BDA1}" dt="2024-11-17T09:24:30.913" v="2604" actId="14826"/>
          <ac:picMkLst>
            <pc:docMk/>
            <pc:sldMk cId="0" sldId="264"/>
            <ac:picMk id="2050" creationId="{FA85603D-C34A-F61A-5E11-B1D65B8A6EC8}"/>
          </ac:picMkLst>
        </pc:picChg>
      </pc:sldChg>
      <pc:sldChg chg="modSp add del mod">
        <pc:chgData name="sara shekh yusuf" userId="e97b47058e3a0d63" providerId="LiveId" clId="{5375C897-B603-46B6-A683-125D4302BDA1}" dt="2024-11-07T15:00:19.834" v="2209" actId="47"/>
        <pc:sldMkLst>
          <pc:docMk/>
          <pc:sldMk cId="0" sldId="265"/>
        </pc:sldMkLst>
      </pc:sldChg>
      <pc:sldChg chg="modSp del">
        <pc:chgData name="sara shekh yusuf" userId="e97b47058e3a0d63" providerId="LiveId" clId="{5375C897-B603-46B6-A683-125D4302BDA1}" dt="2024-11-07T14:47:26.685" v="2101" actId="47"/>
        <pc:sldMkLst>
          <pc:docMk/>
          <pc:sldMk cId="3230876521" sldId="270"/>
        </pc:sldMkLst>
      </pc:sldChg>
      <pc:sldChg chg="modSp del">
        <pc:chgData name="sara shekh yusuf" userId="e97b47058e3a0d63" providerId="LiveId" clId="{5375C897-B603-46B6-A683-125D4302BDA1}" dt="2024-11-07T14:47:16.355" v="2094" actId="47"/>
        <pc:sldMkLst>
          <pc:docMk/>
          <pc:sldMk cId="4050992712" sldId="271"/>
        </pc:sldMkLst>
      </pc:sldChg>
      <pc:sldChg chg="modSp del">
        <pc:chgData name="sara shekh yusuf" userId="e97b47058e3a0d63" providerId="LiveId" clId="{5375C897-B603-46B6-A683-125D4302BDA1}" dt="2024-11-07T14:47:14.952" v="2093" actId="47"/>
        <pc:sldMkLst>
          <pc:docMk/>
          <pc:sldMk cId="1539608862" sldId="272"/>
        </pc:sldMkLst>
      </pc:sldChg>
      <pc:sldChg chg="modSp del">
        <pc:chgData name="sara shekh yusuf" userId="e97b47058e3a0d63" providerId="LiveId" clId="{5375C897-B603-46B6-A683-125D4302BDA1}" dt="2024-11-07T14:47:22.009" v="2096" actId="47"/>
        <pc:sldMkLst>
          <pc:docMk/>
          <pc:sldMk cId="287123219" sldId="2537"/>
        </pc:sldMkLst>
      </pc:sldChg>
      <pc:sldChg chg="modSp del">
        <pc:chgData name="sara shekh yusuf" userId="e97b47058e3a0d63" providerId="LiveId" clId="{5375C897-B603-46B6-A683-125D4302BDA1}" dt="2024-11-07T14:47:20.031" v="2095" actId="47"/>
        <pc:sldMkLst>
          <pc:docMk/>
          <pc:sldMk cId="1315040610" sldId="2538"/>
        </pc:sldMkLst>
      </pc:sldChg>
      <pc:sldChg chg="modSp del">
        <pc:chgData name="sara shekh yusuf" userId="e97b47058e3a0d63" providerId="LiveId" clId="{5375C897-B603-46B6-A683-125D4302BDA1}" dt="2024-11-07T14:47:27.581" v="2102" actId="47"/>
        <pc:sldMkLst>
          <pc:docMk/>
          <pc:sldMk cId="2345680055" sldId="2547"/>
        </pc:sldMkLst>
      </pc:sldChg>
      <pc:sldChg chg="modSp del mod ord">
        <pc:chgData name="sara shekh yusuf" userId="e97b47058e3a0d63" providerId="LiveId" clId="{5375C897-B603-46B6-A683-125D4302BDA1}" dt="2024-11-07T14:47:45.930" v="2111" actId="47"/>
        <pc:sldMkLst>
          <pc:docMk/>
          <pc:sldMk cId="2515330016" sldId="2548"/>
        </pc:sldMkLst>
      </pc:sldChg>
      <pc:sldChg chg="addSp delSp modSp mod">
        <pc:chgData name="sara shekh yusuf" userId="e97b47058e3a0d63" providerId="LiveId" clId="{5375C897-B603-46B6-A683-125D4302BDA1}" dt="2024-11-17T09:14:33.427" v="2561" actId="14826"/>
        <pc:sldMkLst>
          <pc:docMk/>
          <pc:sldMk cId="1564110906" sldId="2549"/>
        </pc:sldMkLst>
        <pc:spChg chg="mod">
          <ac:chgData name="sara shekh yusuf" userId="e97b47058e3a0d63" providerId="LiveId" clId="{5375C897-B603-46B6-A683-125D4302BDA1}" dt="2024-11-07T11:25:00.406" v="988"/>
          <ac:spMkLst>
            <pc:docMk/>
            <pc:sldMk cId="1564110906" sldId="2549"/>
            <ac:spMk id="5" creationId="{1E7C09F3-1BE8-0445-A3C4-9C100D32B8D9}"/>
          </ac:spMkLst>
        </pc:spChg>
        <pc:spChg chg="mod">
          <ac:chgData name="sara shekh yusuf" userId="e97b47058e3a0d63" providerId="LiveId" clId="{5375C897-B603-46B6-A683-125D4302BDA1}" dt="2024-11-07T15:00:47.114" v="2212" actId="20577"/>
          <ac:spMkLst>
            <pc:docMk/>
            <pc:sldMk cId="1564110906" sldId="2549"/>
            <ac:spMk id="6" creationId="{C770EE27-FD77-894D-9D88-F5A548E1DCAF}"/>
          </ac:spMkLst>
        </pc:spChg>
        <pc:picChg chg="mod">
          <ac:chgData name="sara shekh yusuf" userId="e97b47058e3a0d63" providerId="LiveId" clId="{5375C897-B603-46B6-A683-125D4302BDA1}" dt="2024-11-17T09:14:33.427" v="2561" actId="14826"/>
          <ac:picMkLst>
            <pc:docMk/>
            <pc:sldMk cId="1564110906" sldId="2549"/>
            <ac:picMk id="16" creationId="{DAC60D5D-D287-9B45-9F54-93A410AFF149}"/>
          </ac:picMkLst>
        </pc:picChg>
      </pc:sldChg>
      <pc:sldChg chg="modSp del mod">
        <pc:chgData name="sara shekh yusuf" userId="e97b47058e3a0d63" providerId="LiveId" clId="{5375C897-B603-46B6-A683-125D4302BDA1}" dt="2024-11-07T14:47:23.720" v="2098" actId="47"/>
        <pc:sldMkLst>
          <pc:docMk/>
          <pc:sldMk cId="847544899" sldId="2551"/>
        </pc:sldMkLst>
      </pc:sldChg>
      <pc:sldChg chg="del">
        <pc:chgData name="sara shekh yusuf" userId="e97b47058e3a0d63" providerId="LiveId" clId="{5375C897-B603-46B6-A683-125D4302BDA1}" dt="2024-11-04T14:34:29.197" v="26" actId="47"/>
        <pc:sldMkLst>
          <pc:docMk/>
          <pc:sldMk cId="307285950" sldId="2552"/>
        </pc:sldMkLst>
      </pc:sldChg>
      <pc:sldChg chg="del">
        <pc:chgData name="sara shekh yusuf" userId="e97b47058e3a0d63" providerId="LiveId" clId="{5375C897-B603-46B6-A683-125D4302BDA1}" dt="2024-11-04T14:34:28.336" v="25" actId="47"/>
        <pc:sldMkLst>
          <pc:docMk/>
          <pc:sldMk cId="1283988054" sldId="2553"/>
        </pc:sldMkLst>
      </pc:sldChg>
      <pc:sldChg chg="addSp delSp modSp mod ord modClrScheme chgLayout">
        <pc:chgData name="sara shekh yusuf" userId="e97b47058e3a0d63" providerId="LiveId" clId="{5375C897-B603-46B6-A683-125D4302BDA1}" dt="2024-11-14T14:57:53.583" v="2292"/>
        <pc:sldMkLst>
          <pc:docMk/>
          <pc:sldMk cId="1277932624" sldId="2554"/>
        </pc:sldMkLst>
        <pc:spChg chg="mod ord">
          <ac:chgData name="sara shekh yusuf" userId="e97b47058e3a0d63" providerId="LiveId" clId="{5375C897-B603-46B6-A683-125D4302BDA1}" dt="2024-11-07T10:49:13.197" v="700" actId="2711"/>
          <ac:spMkLst>
            <pc:docMk/>
            <pc:sldMk cId="1277932624" sldId="2554"/>
            <ac:spMk id="3" creationId="{F6A39CFE-F193-9048-BE90-69178B4C33C9}"/>
          </ac:spMkLst>
        </pc:spChg>
        <pc:spChg chg="mod ord">
          <ac:chgData name="sara shekh yusuf" userId="e97b47058e3a0d63" providerId="LiveId" clId="{5375C897-B603-46B6-A683-125D4302BDA1}" dt="2024-11-07T10:49:18.299" v="701" actId="2711"/>
          <ac:spMkLst>
            <pc:docMk/>
            <pc:sldMk cId="1277932624" sldId="2554"/>
            <ac:spMk id="5" creationId="{32CB5DE7-C0EC-D942-81AE-50AB9E5F55A3}"/>
          </ac:spMkLst>
        </pc:spChg>
        <pc:picChg chg="add mod modCrop">
          <ac:chgData name="sara shekh yusuf" userId="e97b47058e3a0d63" providerId="LiveId" clId="{5375C897-B603-46B6-A683-125D4302BDA1}" dt="2024-11-07T10:49:25.360" v="702" actId="1076"/>
          <ac:picMkLst>
            <pc:docMk/>
            <pc:sldMk cId="1277932624" sldId="2554"/>
            <ac:picMk id="6" creationId="{4E5FBCA0-2E49-5D9B-8F98-376F58505E93}"/>
          </ac:picMkLst>
        </pc:picChg>
      </pc:sldChg>
      <pc:sldChg chg="modSp del">
        <pc:chgData name="sara shekh yusuf" userId="e97b47058e3a0d63" providerId="LiveId" clId="{5375C897-B603-46B6-A683-125D4302BDA1}" dt="2024-11-07T14:47:22.670" v="2097" actId="47"/>
        <pc:sldMkLst>
          <pc:docMk/>
          <pc:sldMk cId="3594982849" sldId="2555"/>
        </pc:sldMkLst>
      </pc:sldChg>
      <pc:sldChg chg="modSp del">
        <pc:chgData name="sara shekh yusuf" userId="e97b47058e3a0d63" providerId="LiveId" clId="{5375C897-B603-46B6-A683-125D4302BDA1}" dt="2024-11-07T14:47:24.865" v="2099" actId="47"/>
        <pc:sldMkLst>
          <pc:docMk/>
          <pc:sldMk cId="18228625" sldId="2556"/>
        </pc:sldMkLst>
      </pc:sldChg>
      <pc:sldChg chg="modSp del">
        <pc:chgData name="sara shekh yusuf" userId="e97b47058e3a0d63" providerId="LiveId" clId="{5375C897-B603-46B6-A683-125D4302BDA1}" dt="2024-11-07T14:47:36.602" v="2109" actId="47"/>
        <pc:sldMkLst>
          <pc:docMk/>
          <pc:sldMk cId="492756523" sldId="2558"/>
        </pc:sldMkLst>
      </pc:sldChg>
      <pc:sldChg chg="modSp del">
        <pc:chgData name="sara shekh yusuf" userId="e97b47058e3a0d63" providerId="LiveId" clId="{5375C897-B603-46B6-A683-125D4302BDA1}" dt="2024-11-07T14:47:25.916" v="2100" actId="47"/>
        <pc:sldMkLst>
          <pc:docMk/>
          <pc:sldMk cId="1706543715" sldId="2559"/>
        </pc:sldMkLst>
      </pc:sldChg>
      <pc:sldChg chg="modSp del ord">
        <pc:chgData name="sara shekh yusuf" userId="e97b47058e3a0d63" providerId="LiveId" clId="{5375C897-B603-46B6-A683-125D4302BDA1}" dt="2024-11-07T14:49:58.606" v="2135" actId="47"/>
        <pc:sldMkLst>
          <pc:docMk/>
          <pc:sldMk cId="3642316358" sldId="2560"/>
        </pc:sldMkLst>
      </pc:sldChg>
      <pc:sldChg chg="addSp delSp modSp add del mod">
        <pc:chgData name="sara shekh yusuf" userId="e97b47058e3a0d63" providerId="LiveId" clId="{5375C897-B603-46B6-A683-125D4302BDA1}" dt="2024-11-07T08:40:11.671" v="692" actId="47"/>
        <pc:sldMkLst>
          <pc:docMk/>
          <pc:sldMk cId="1472614184" sldId="2561"/>
        </pc:sldMkLst>
      </pc:sldChg>
      <pc:sldChg chg="addSp modSp add mod">
        <pc:chgData name="sara shekh yusuf" userId="e97b47058e3a0d63" providerId="LiveId" clId="{5375C897-B603-46B6-A683-125D4302BDA1}" dt="2024-11-14T15:00:28.460" v="2297" actId="1076"/>
        <pc:sldMkLst>
          <pc:docMk/>
          <pc:sldMk cId="1310796324" sldId="2562"/>
        </pc:sldMkLst>
        <pc:spChg chg="mod">
          <ac:chgData name="sara shekh yusuf" userId="e97b47058e3a0d63" providerId="LiveId" clId="{5375C897-B603-46B6-A683-125D4302BDA1}" dt="2024-11-07T08:41:02.922" v="693" actId="2711"/>
          <ac:spMkLst>
            <pc:docMk/>
            <pc:sldMk cId="1310796324" sldId="2562"/>
            <ac:spMk id="3" creationId="{E85E15C6-3B96-907B-3706-2937E7B22E23}"/>
          </ac:spMkLst>
        </pc:spChg>
        <pc:spChg chg="mod">
          <ac:chgData name="sara shekh yusuf" userId="e97b47058e3a0d63" providerId="LiveId" clId="{5375C897-B603-46B6-A683-125D4302BDA1}" dt="2024-11-14T15:00:28.460" v="2297" actId="1076"/>
          <ac:spMkLst>
            <pc:docMk/>
            <pc:sldMk cId="1310796324" sldId="2562"/>
            <ac:spMk id="5" creationId="{C91B8CDF-9F46-14DF-B970-07A744DDB4AB}"/>
          </ac:spMkLst>
        </pc:spChg>
        <pc:picChg chg="add mod">
          <ac:chgData name="sara shekh yusuf" userId="e97b47058e3a0d63" providerId="LiveId" clId="{5375C897-B603-46B6-A683-125D4302BDA1}" dt="2024-11-07T14:28:53.326" v="1880" actId="1076"/>
          <ac:picMkLst>
            <pc:docMk/>
            <pc:sldMk cId="1310796324" sldId="2562"/>
            <ac:picMk id="2" creationId="{B41B1616-EB9B-78F2-F502-C971B7410F0B}"/>
          </ac:picMkLst>
        </pc:picChg>
      </pc:sldChg>
      <pc:sldChg chg="modSp add del mod">
        <pc:chgData name="sara shekh yusuf" userId="e97b47058e3a0d63" providerId="LiveId" clId="{5375C897-B603-46B6-A683-125D4302BDA1}" dt="2024-11-07T10:44:26.204" v="699" actId="47"/>
        <pc:sldMkLst>
          <pc:docMk/>
          <pc:sldMk cId="1955825183" sldId="2563"/>
        </pc:sldMkLst>
      </pc:sldChg>
      <pc:sldChg chg="add del">
        <pc:chgData name="sara shekh yusuf" userId="e97b47058e3a0d63" providerId="LiveId" clId="{5375C897-B603-46B6-A683-125D4302BDA1}" dt="2024-11-07T14:47:30.986" v="2103" actId="47"/>
        <pc:sldMkLst>
          <pc:docMk/>
          <pc:sldMk cId="2253338269" sldId="2564"/>
        </pc:sldMkLst>
      </pc:sldChg>
      <pc:sldChg chg="modSp add del mod">
        <pc:chgData name="sara shekh yusuf" userId="e97b47058e3a0d63" providerId="LiveId" clId="{5375C897-B603-46B6-A683-125D4302BDA1}" dt="2024-11-07T14:47:31.676" v="2104" actId="47"/>
        <pc:sldMkLst>
          <pc:docMk/>
          <pc:sldMk cId="2253129520" sldId="2565"/>
        </pc:sldMkLst>
      </pc:sldChg>
      <pc:sldChg chg="modSp add del mod">
        <pc:chgData name="sara shekh yusuf" userId="e97b47058e3a0d63" providerId="LiveId" clId="{5375C897-B603-46B6-A683-125D4302BDA1}" dt="2024-11-07T14:47:32.100" v="2105" actId="47"/>
        <pc:sldMkLst>
          <pc:docMk/>
          <pc:sldMk cId="1055461586" sldId="2566"/>
        </pc:sldMkLst>
      </pc:sldChg>
      <pc:sldChg chg="modSp add del mod">
        <pc:chgData name="sara shekh yusuf" userId="e97b47058e3a0d63" providerId="LiveId" clId="{5375C897-B603-46B6-A683-125D4302BDA1}" dt="2024-11-07T14:47:32.508" v="2106" actId="47"/>
        <pc:sldMkLst>
          <pc:docMk/>
          <pc:sldMk cId="2573704586" sldId="2567"/>
        </pc:sldMkLst>
      </pc:sldChg>
      <pc:sldChg chg="add del">
        <pc:chgData name="sara shekh yusuf" userId="e97b47058e3a0d63" providerId="LiveId" clId="{5375C897-B603-46B6-A683-125D4302BDA1}" dt="2024-11-07T14:47:33.340" v="2107" actId="47"/>
        <pc:sldMkLst>
          <pc:docMk/>
          <pc:sldMk cId="2473612393" sldId="2568"/>
        </pc:sldMkLst>
      </pc:sldChg>
      <pc:sldChg chg="add del">
        <pc:chgData name="sara shekh yusuf" userId="e97b47058e3a0d63" providerId="LiveId" clId="{5375C897-B603-46B6-A683-125D4302BDA1}" dt="2024-11-07T14:47:35.067" v="2108" actId="47"/>
        <pc:sldMkLst>
          <pc:docMk/>
          <pc:sldMk cId="1932252938" sldId="2569"/>
        </pc:sldMkLst>
      </pc:sldChg>
      <pc:sldChg chg="addSp delSp modSp add del mod">
        <pc:chgData name="sara shekh yusuf" userId="e97b47058e3a0d63" providerId="LiveId" clId="{5375C897-B603-46B6-A683-125D4302BDA1}" dt="2024-11-07T10:54:43.671" v="792" actId="47"/>
        <pc:sldMkLst>
          <pc:docMk/>
          <pc:sldMk cId="0" sldId="2570"/>
        </pc:sldMkLst>
      </pc:sldChg>
      <pc:sldChg chg="addSp delSp modSp add del mod">
        <pc:chgData name="sara shekh yusuf" userId="e97b47058e3a0d63" providerId="LiveId" clId="{5375C897-B603-46B6-A683-125D4302BDA1}" dt="2024-11-07T08:32:41.127" v="606" actId="47"/>
        <pc:sldMkLst>
          <pc:docMk/>
          <pc:sldMk cId="1751423234" sldId="2570"/>
        </pc:sldMkLst>
      </pc:sldChg>
      <pc:sldChg chg="addSp delSp modSp add del mod">
        <pc:chgData name="sara shekh yusuf" userId="e97b47058e3a0d63" providerId="LiveId" clId="{5375C897-B603-46B6-A683-125D4302BDA1}" dt="2024-11-17T09:15:25.612" v="2572" actId="1076"/>
        <pc:sldMkLst>
          <pc:docMk/>
          <pc:sldMk cId="0" sldId="2571"/>
        </pc:sldMkLst>
        <pc:spChg chg="mod">
          <ac:chgData name="sara shekh yusuf" userId="e97b47058e3a0d63" providerId="LiveId" clId="{5375C897-B603-46B6-A683-125D4302BDA1}" dt="2024-11-17T09:15:25.612" v="2572" actId="1076"/>
          <ac:spMkLst>
            <pc:docMk/>
            <pc:sldMk cId="0" sldId="2571"/>
            <ac:spMk id="3" creationId="{00000000-0000-0000-0000-000000000000}"/>
          </ac:spMkLst>
        </pc:spChg>
        <pc:spChg chg="add mod">
          <ac:chgData name="sara shekh yusuf" userId="e97b47058e3a0d63" providerId="LiveId" clId="{5375C897-B603-46B6-A683-125D4302BDA1}" dt="2024-11-07T10:55:00.387" v="796" actId="403"/>
          <ac:spMkLst>
            <pc:docMk/>
            <pc:sldMk cId="0" sldId="2571"/>
            <ac:spMk id="19" creationId="{831908CD-24EA-EAB0-8C67-22AB4FC8EF4B}"/>
          </ac:spMkLst>
        </pc:spChg>
        <pc:spChg chg="add mod">
          <ac:chgData name="sara shekh yusuf" userId="e97b47058e3a0d63" providerId="LiveId" clId="{5375C897-B603-46B6-A683-125D4302BDA1}" dt="2024-11-14T12:56:08.965" v="2266" actId="2711"/>
          <ac:spMkLst>
            <pc:docMk/>
            <pc:sldMk cId="0" sldId="2571"/>
            <ac:spMk id="20" creationId="{980F696C-F438-5BF7-E13D-31ABB35E25E5}"/>
          </ac:spMkLst>
        </pc:spChg>
        <pc:picChg chg="mod">
          <ac:chgData name="sara shekh yusuf" userId="e97b47058e3a0d63" providerId="LiveId" clId="{5375C897-B603-46B6-A683-125D4302BDA1}" dt="2024-11-17T09:15:20.465" v="2571" actId="14100"/>
          <ac:picMkLst>
            <pc:docMk/>
            <pc:sldMk cId="0" sldId="2571"/>
            <ac:picMk id="2" creationId="{00000000-0000-0000-0000-000000000000}"/>
          </ac:picMkLst>
        </pc:picChg>
      </pc:sldChg>
      <pc:sldChg chg="addSp delSp modSp add del mod">
        <pc:chgData name="sara shekh yusuf" userId="e97b47058e3a0d63" providerId="LiveId" clId="{5375C897-B603-46B6-A683-125D4302BDA1}" dt="2024-11-07T13:03:46.087" v="1337"/>
        <pc:sldMkLst>
          <pc:docMk/>
          <pc:sldMk cId="0" sldId="2572"/>
        </pc:sldMkLst>
        <pc:spChg chg="mod">
          <ac:chgData name="sara shekh yusuf" userId="e97b47058e3a0d63" providerId="LiveId" clId="{5375C897-B603-46B6-A683-125D4302BDA1}" dt="2024-11-07T11:08:13.320" v="869" actId="255"/>
          <ac:spMkLst>
            <pc:docMk/>
            <pc:sldMk cId="0" sldId="2572"/>
            <ac:spMk id="3" creationId="{00000000-0000-0000-0000-000000000000}"/>
          </ac:spMkLst>
        </pc:spChg>
        <pc:graphicFrameChg chg="add mod modGraphic">
          <ac:chgData name="sara shekh yusuf" userId="e97b47058e3a0d63" providerId="LiveId" clId="{5375C897-B603-46B6-A683-125D4302BDA1}" dt="2024-11-07T13:03:46.087" v="1337"/>
          <ac:graphicFrameMkLst>
            <pc:docMk/>
            <pc:sldMk cId="0" sldId="2572"/>
            <ac:graphicFrameMk id="22" creationId="{0746E803-1349-5A2D-D326-531F8B051E84}"/>
          </ac:graphicFrameMkLst>
        </pc:graphicFrameChg>
        <pc:inkChg chg="add">
          <ac:chgData name="sara shekh yusuf" userId="e97b47058e3a0d63" providerId="LiveId" clId="{5375C897-B603-46B6-A683-125D4302BDA1}" dt="2024-11-07T12:35:26.459" v="1110" actId="9405"/>
          <ac:inkMkLst>
            <pc:docMk/>
            <pc:sldMk cId="0" sldId="2572"/>
            <ac:inkMk id="2" creationId="{11D9A7F3-88D7-D221-579E-5FE5591E18CC}"/>
          </ac:inkMkLst>
        </pc:inkChg>
      </pc:sldChg>
      <pc:sldChg chg="addSp delSp modSp add del mod ord modClrScheme chgLayout">
        <pc:chgData name="sara shekh yusuf" userId="e97b47058e3a0d63" providerId="LiveId" clId="{5375C897-B603-46B6-A683-125D4302BDA1}" dt="2024-11-14T15:07:28.221" v="2299"/>
        <pc:sldMkLst>
          <pc:docMk/>
          <pc:sldMk cId="0" sldId="2573"/>
        </pc:sldMkLst>
        <pc:spChg chg="mod">
          <ac:chgData name="sara shekh yusuf" userId="e97b47058e3a0d63" providerId="LiveId" clId="{5375C897-B603-46B6-A683-125D4302BDA1}" dt="2024-11-07T11:21:24.051" v="970" actId="26606"/>
          <ac:spMkLst>
            <pc:docMk/>
            <pc:sldMk cId="0" sldId="2573"/>
            <ac:spMk id="3" creationId="{00000000-0000-0000-0000-000000000000}"/>
          </ac:spMkLst>
        </pc:spChg>
        <pc:spChg chg="add mod">
          <ac:chgData name="sara shekh yusuf" userId="e97b47058e3a0d63" providerId="LiveId" clId="{5375C897-B603-46B6-A683-125D4302BDA1}" dt="2024-11-07T11:19:48.791" v="943" actId="1076"/>
          <ac:spMkLst>
            <pc:docMk/>
            <pc:sldMk cId="0" sldId="2573"/>
            <ac:spMk id="16" creationId="{8AE53349-959D-9828-F078-A894367C1AE6}"/>
          </ac:spMkLst>
        </pc:spChg>
        <pc:spChg chg="add mod">
          <ac:chgData name="sara shekh yusuf" userId="e97b47058e3a0d63" providerId="LiveId" clId="{5375C897-B603-46B6-A683-125D4302BDA1}" dt="2024-11-14T12:56:30.171" v="2270" actId="113"/>
          <ac:spMkLst>
            <pc:docMk/>
            <pc:sldMk cId="0" sldId="2573"/>
            <ac:spMk id="19" creationId="{30D40EF3-1F39-F11B-2062-6A277E7963CF}"/>
          </ac:spMkLst>
        </pc:spChg>
        <pc:graphicFrameChg chg="add del mod">
          <ac:chgData name="sara shekh yusuf" userId="e97b47058e3a0d63" providerId="LiveId" clId="{5375C897-B603-46B6-A683-125D4302BDA1}" dt="2024-11-07T11:28:19.963" v="1019" actId="692"/>
          <ac:graphicFrameMkLst>
            <pc:docMk/>
            <pc:sldMk cId="0" sldId="2573"/>
            <ac:graphicFrameMk id="20" creationId="{00000000-0008-0000-0600-000002000000}"/>
          </ac:graphicFrameMkLst>
        </pc:graphicFrameChg>
      </pc:sldChg>
      <pc:sldChg chg="addSp delSp modSp add del mod">
        <pc:chgData name="sara shekh yusuf" userId="e97b47058e3a0d63" providerId="LiveId" clId="{5375C897-B603-46B6-A683-125D4302BDA1}" dt="2024-11-17T09:21:50.844" v="2597" actId="1076"/>
        <pc:sldMkLst>
          <pc:docMk/>
          <pc:sldMk cId="0" sldId="2574"/>
        </pc:sldMkLst>
        <pc:spChg chg="mod">
          <ac:chgData name="sara shekh yusuf" userId="e97b47058e3a0d63" providerId="LiveId" clId="{5375C897-B603-46B6-A683-125D4302BDA1}" dt="2024-11-07T13:00:39.857" v="1306" actId="1076"/>
          <ac:spMkLst>
            <pc:docMk/>
            <pc:sldMk cId="0" sldId="2574"/>
            <ac:spMk id="2" creationId="{00000000-0000-0000-0000-000000000000}"/>
          </ac:spMkLst>
        </pc:spChg>
        <pc:spChg chg="mod">
          <ac:chgData name="sara shekh yusuf" userId="e97b47058e3a0d63" providerId="LiveId" clId="{5375C897-B603-46B6-A683-125D4302BDA1}" dt="2024-11-07T13:01:46.575" v="1319" actId="1076"/>
          <ac:spMkLst>
            <pc:docMk/>
            <pc:sldMk cId="0" sldId="2574"/>
            <ac:spMk id="5" creationId="{00000000-0000-0000-0000-000000000000}"/>
          </ac:spMkLst>
        </pc:spChg>
        <pc:spChg chg="mod">
          <ac:chgData name="sara shekh yusuf" userId="e97b47058e3a0d63" providerId="LiveId" clId="{5375C897-B603-46B6-A683-125D4302BDA1}" dt="2024-11-07T13:02:06.449" v="1321" actId="1076"/>
          <ac:spMkLst>
            <pc:docMk/>
            <pc:sldMk cId="0" sldId="2574"/>
            <ac:spMk id="6" creationId="{00000000-0000-0000-0000-000000000000}"/>
          </ac:spMkLst>
        </pc:spChg>
        <pc:spChg chg="mod">
          <ac:chgData name="sara shekh yusuf" userId="e97b47058e3a0d63" providerId="LiveId" clId="{5375C897-B603-46B6-A683-125D4302BDA1}" dt="2024-11-07T13:02:06.449" v="1321" actId="1076"/>
          <ac:spMkLst>
            <pc:docMk/>
            <pc:sldMk cId="0" sldId="2574"/>
            <ac:spMk id="7" creationId="{00000000-0000-0000-0000-000000000000}"/>
          </ac:spMkLst>
        </pc:spChg>
        <pc:spChg chg="mod">
          <ac:chgData name="sara shekh yusuf" userId="e97b47058e3a0d63" providerId="LiveId" clId="{5375C897-B603-46B6-A683-125D4302BDA1}" dt="2024-11-07T13:02:06.449" v="1321" actId="1076"/>
          <ac:spMkLst>
            <pc:docMk/>
            <pc:sldMk cId="0" sldId="2574"/>
            <ac:spMk id="8" creationId="{00000000-0000-0000-0000-000000000000}"/>
          </ac:spMkLst>
        </pc:spChg>
        <pc:spChg chg="mod">
          <ac:chgData name="sara shekh yusuf" userId="e97b47058e3a0d63" providerId="LiveId" clId="{5375C897-B603-46B6-A683-125D4302BDA1}" dt="2024-11-07T12:59:05.059" v="1294" actId="403"/>
          <ac:spMkLst>
            <pc:docMk/>
            <pc:sldMk cId="0" sldId="2574"/>
            <ac:spMk id="9" creationId="{00000000-0000-0000-0000-000000000000}"/>
          </ac:spMkLst>
        </pc:spChg>
        <pc:spChg chg="mod">
          <ac:chgData name="sara shekh yusuf" userId="e97b47058e3a0d63" providerId="LiveId" clId="{5375C897-B603-46B6-A683-125D4302BDA1}" dt="2024-11-07T13:00:32.398" v="1305" actId="2711"/>
          <ac:spMkLst>
            <pc:docMk/>
            <pc:sldMk cId="0" sldId="2574"/>
            <ac:spMk id="10" creationId="{00000000-0000-0000-0000-000000000000}"/>
          </ac:spMkLst>
        </pc:spChg>
        <pc:spChg chg="add mod ord">
          <ac:chgData name="sara shekh yusuf" userId="e97b47058e3a0d63" providerId="LiveId" clId="{5375C897-B603-46B6-A683-125D4302BDA1}" dt="2024-11-07T13:01:21.229" v="1314" actId="1076"/>
          <ac:spMkLst>
            <pc:docMk/>
            <pc:sldMk cId="0" sldId="2574"/>
            <ac:spMk id="12" creationId="{3D967BA2-2548-9760-415D-E00E627B98DE}"/>
          </ac:spMkLst>
        </pc:spChg>
        <pc:spChg chg="add mod ord">
          <ac:chgData name="sara shekh yusuf" userId="e97b47058e3a0d63" providerId="LiveId" clId="{5375C897-B603-46B6-A683-125D4302BDA1}" dt="2024-11-14T12:56:54.537" v="2274" actId="2711"/>
          <ac:spMkLst>
            <pc:docMk/>
            <pc:sldMk cId="0" sldId="2574"/>
            <ac:spMk id="13" creationId="{9E154567-216A-97F0-3C51-1E96F8BC8E4F}"/>
          </ac:spMkLst>
        </pc:spChg>
        <pc:spChg chg="add mod ord">
          <ac:chgData name="sara shekh yusuf" userId="e97b47058e3a0d63" providerId="LiveId" clId="{5375C897-B603-46B6-A683-125D4302BDA1}" dt="2024-11-17T09:21:50.844" v="2597" actId="1076"/>
          <ac:spMkLst>
            <pc:docMk/>
            <pc:sldMk cId="0" sldId="2574"/>
            <ac:spMk id="15" creationId="{791E4ED7-881B-E3D6-E661-15B3C5A768A9}"/>
          </ac:spMkLst>
        </pc:spChg>
        <pc:picChg chg="add mod ord modCrop">
          <ac:chgData name="sara shekh yusuf" userId="e97b47058e3a0d63" providerId="LiveId" clId="{5375C897-B603-46B6-A683-125D4302BDA1}" dt="2024-11-17T09:21:27.466" v="2595" actId="732"/>
          <ac:picMkLst>
            <pc:docMk/>
            <pc:sldMk cId="0" sldId="2574"/>
            <ac:picMk id="14" creationId="{C3D1EF96-108A-3E6E-7030-DB98A2BAA511}"/>
          </ac:picMkLst>
        </pc:picChg>
      </pc:sldChg>
      <pc:sldChg chg="addSp delSp modSp add del mod">
        <pc:chgData name="sara shekh yusuf" userId="e97b47058e3a0d63" providerId="LiveId" clId="{5375C897-B603-46B6-A683-125D4302BDA1}" dt="2024-11-17T09:16:25.474" v="2582" actId="14100"/>
        <pc:sldMkLst>
          <pc:docMk/>
          <pc:sldMk cId="0" sldId="2575"/>
        </pc:sldMkLst>
        <pc:spChg chg="mod">
          <ac:chgData name="sara shekh yusuf" userId="e97b47058e3a0d63" providerId="LiveId" clId="{5375C897-B603-46B6-A683-125D4302BDA1}" dt="2024-11-07T14:13:05.284" v="1705" actId="1076"/>
          <ac:spMkLst>
            <pc:docMk/>
            <pc:sldMk cId="0" sldId="2575"/>
            <ac:spMk id="3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4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5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8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9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10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11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23" creationId="{00000000-0000-0000-0000-000000000000}"/>
          </ac:spMkLst>
        </pc:spChg>
        <pc:spChg chg="add 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25" creationId="{895D08AF-0282-6748-7B9C-426216F7177E}"/>
          </ac:spMkLst>
        </pc:spChg>
        <pc:spChg chg="add 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26" creationId="{9A9744AB-B665-F513-E9E5-BF35C3FC2832}"/>
          </ac:spMkLst>
        </pc:spChg>
        <pc:spChg chg="add 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27" creationId="{5042A11C-0647-BABA-0B4D-ACC0F9259195}"/>
          </ac:spMkLst>
        </pc:spChg>
        <pc:spChg chg="add 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28" creationId="{6B6A5CF8-9D46-62A5-752D-704C4F20D9FF}"/>
          </ac:spMkLst>
        </pc:spChg>
        <pc:spChg chg="add 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29" creationId="{01CFD629-57A4-BDEF-1A66-31B0005FCB43}"/>
          </ac:spMkLst>
        </pc:spChg>
        <pc:spChg chg="add 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30" creationId="{F262436E-46DC-816D-391B-53E3F9F4B6FC}"/>
          </ac:spMkLst>
        </pc:spChg>
        <pc:spChg chg="add mod">
          <ac:chgData name="sara shekh yusuf" userId="e97b47058e3a0d63" providerId="LiveId" clId="{5375C897-B603-46B6-A683-125D4302BDA1}" dt="2024-11-14T12:57:42.615" v="2278" actId="2711"/>
          <ac:spMkLst>
            <pc:docMk/>
            <pc:sldMk cId="0" sldId="2575"/>
            <ac:spMk id="32" creationId="{44593551-591F-5DF9-2A80-CA9B3E8018D6}"/>
          </ac:spMkLst>
        </pc:spChg>
        <pc:spChg chg="add mod ord">
          <ac:chgData name="sara shekh yusuf" userId="e97b47058e3a0d63" providerId="LiveId" clId="{5375C897-B603-46B6-A683-125D4302BDA1}" dt="2024-11-17T09:16:25.474" v="2582" actId="14100"/>
          <ac:spMkLst>
            <pc:docMk/>
            <pc:sldMk cId="0" sldId="2575"/>
            <ac:spMk id="34" creationId="{3E5553AD-20EA-E134-4627-14B29996057D}"/>
          </ac:spMkLst>
        </pc:spChg>
        <pc:picChg chg="add mod ord modCrop">
          <ac:chgData name="sara shekh yusuf" userId="e97b47058e3a0d63" providerId="LiveId" clId="{5375C897-B603-46B6-A683-125D4302BDA1}" dt="2024-11-17T09:16:19.605" v="2580" actId="14100"/>
          <ac:picMkLst>
            <pc:docMk/>
            <pc:sldMk cId="0" sldId="2575"/>
            <ac:picMk id="33" creationId="{94E5B608-DEAD-6773-C39C-78684B633807}"/>
          </ac:picMkLst>
        </pc:picChg>
      </pc:sldChg>
      <pc:sldChg chg="addSp delSp modSp add del mod">
        <pc:chgData name="sara shekh yusuf" userId="e97b47058e3a0d63" providerId="LiveId" clId="{5375C897-B603-46B6-A683-125D4302BDA1}" dt="2024-11-17T09:05:41.154" v="2469" actId="2711"/>
        <pc:sldMkLst>
          <pc:docMk/>
          <pc:sldMk cId="0" sldId="2576"/>
        </pc:sldMkLst>
        <pc:spChg chg="mod">
          <ac:chgData name="sara shekh yusuf" userId="e97b47058e3a0d63" providerId="LiveId" clId="{5375C897-B603-46B6-A683-125D4302BDA1}" dt="2024-11-07T14:32:51.217" v="1894" actId="1076"/>
          <ac:spMkLst>
            <pc:docMk/>
            <pc:sldMk cId="0" sldId="2576"/>
            <ac:spMk id="3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7T09:05:31.835" v="2466" actId="2711"/>
          <ac:spMkLst>
            <pc:docMk/>
            <pc:sldMk cId="0" sldId="2576"/>
            <ac:spMk id="6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7T09:05:41.154" v="2469" actId="2711"/>
          <ac:spMkLst>
            <pc:docMk/>
            <pc:sldMk cId="0" sldId="2576"/>
            <ac:spMk id="8" creationId="{00000000-0000-0000-0000-000000000000}"/>
          </ac:spMkLst>
        </pc:spChg>
        <pc:spChg chg="add mod">
          <ac:chgData name="sara shekh yusuf" userId="e97b47058e3a0d63" providerId="LiveId" clId="{5375C897-B603-46B6-A683-125D4302BDA1}" dt="2024-11-17T09:05:41.154" v="2469" actId="2711"/>
          <ac:spMkLst>
            <pc:docMk/>
            <pc:sldMk cId="0" sldId="2576"/>
            <ac:spMk id="19" creationId="{4849E7F3-A60D-D4FD-8A9D-352E028928F8}"/>
          </ac:spMkLst>
        </pc:spChg>
        <pc:spChg chg="add mod">
          <ac:chgData name="sara shekh yusuf" userId="e97b47058e3a0d63" providerId="LiveId" clId="{5375C897-B603-46B6-A683-125D4302BDA1}" dt="2024-11-17T09:05:41.154" v="2469" actId="2711"/>
          <ac:spMkLst>
            <pc:docMk/>
            <pc:sldMk cId="0" sldId="2576"/>
            <ac:spMk id="20" creationId="{3F407125-96E3-8367-2FD5-3AB7F1729D9F}"/>
          </ac:spMkLst>
        </pc:spChg>
        <pc:picChg chg="mod">
          <ac:chgData name="sara shekh yusuf" userId="e97b47058e3a0d63" providerId="LiveId" clId="{5375C897-B603-46B6-A683-125D4302BDA1}" dt="2024-11-07T14:36:31.242" v="1946" actId="1076"/>
          <ac:picMkLst>
            <pc:docMk/>
            <pc:sldMk cId="0" sldId="2576"/>
            <ac:picMk id="4" creationId="{00000000-0000-0000-0000-000000000000}"/>
          </ac:picMkLst>
        </pc:picChg>
        <pc:picChg chg="mod">
          <ac:chgData name="sara shekh yusuf" userId="e97b47058e3a0d63" providerId="LiveId" clId="{5375C897-B603-46B6-A683-125D4302BDA1}" dt="2024-11-07T14:45:29.285" v="2077" actId="1076"/>
          <ac:picMkLst>
            <pc:docMk/>
            <pc:sldMk cId="0" sldId="2576"/>
            <ac:picMk id="7" creationId="{00000000-0000-0000-0000-000000000000}"/>
          </ac:picMkLst>
        </pc:picChg>
        <pc:picChg chg="mod">
          <ac:chgData name="sara shekh yusuf" userId="e97b47058e3a0d63" providerId="LiveId" clId="{5375C897-B603-46B6-A683-125D4302BDA1}" dt="2024-11-07T14:45:29.285" v="2077" actId="1076"/>
          <ac:picMkLst>
            <pc:docMk/>
            <pc:sldMk cId="0" sldId="2576"/>
            <ac:picMk id="10" creationId="{00000000-0000-0000-0000-000000000000}"/>
          </ac:picMkLst>
        </pc:picChg>
        <pc:picChg chg="add mod">
          <ac:chgData name="sara shekh yusuf" userId="e97b47058e3a0d63" providerId="LiveId" clId="{5375C897-B603-46B6-A683-125D4302BDA1}" dt="2024-11-07T14:45:29.285" v="2077" actId="1076"/>
          <ac:picMkLst>
            <pc:docMk/>
            <pc:sldMk cId="0" sldId="2576"/>
            <ac:picMk id="16" creationId="{F1F0686E-5256-CB2A-7972-2A5828337971}"/>
          </ac:picMkLst>
        </pc:picChg>
        <pc:inkChg chg="add">
          <ac:chgData name="sara shekh yusuf" userId="e97b47058e3a0d63" providerId="LiveId" clId="{5375C897-B603-46B6-A683-125D4302BDA1}" dt="2024-11-14T12:59:19.669" v="2286" actId="9405"/>
          <ac:inkMkLst>
            <pc:docMk/>
            <pc:sldMk cId="0" sldId="2576"/>
            <ac:inkMk id="2" creationId="{E29DCF25-E9B8-02A6-D6F7-86596E7868F7}"/>
          </ac:inkMkLst>
        </pc:inkChg>
      </pc:sldChg>
      <pc:sldChg chg="modSp add del mod">
        <pc:chgData name="sara shekh yusuf" userId="e97b47058e3a0d63" providerId="LiveId" clId="{5375C897-B603-46B6-A683-125D4302BDA1}" dt="2024-11-18T15:16:01.276" v="2632" actId="20577"/>
        <pc:sldMkLst>
          <pc:docMk/>
          <pc:sldMk cId="0" sldId="2577"/>
        </pc:sldMkLst>
        <pc:spChg chg="mod">
          <ac:chgData name="sara shekh yusuf" userId="e97b47058e3a0d63" providerId="LiveId" clId="{5375C897-B603-46B6-A683-125D4302BDA1}" dt="2024-11-17T09:06:22.671" v="2489" actId="255"/>
          <ac:spMkLst>
            <pc:docMk/>
            <pc:sldMk cId="0" sldId="2577"/>
            <ac:spMk id="3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5:09:28.701" v="2384" actId="20577"/>
          <ac:spMkLst>
            <pc:docMk/>
            <pc:sldMk cId="0" sldId="2577"/>
            <ac:spMk id="5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8T15:15:21.207" v="2630" actId="20577"/>
          <ac:spMkLst>
            <pc:docMk/>
            <pc:sldMk cId="0" sldId="2577"/>
            <ac:spMk id="6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5:10:07.723" v="2407" actId="207"/>
          <ac:spMkLst>
            <pc:docMk/>
            <pc:sldMk cId="0" sldId="2577"/>
            <ac:spMk id="8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8T15:15:29.217" v="2631" actId="20577"/>
          <ac:spMkLst>
            <pc:docMk/>
            <pc:sldMk cId="0" sldId="2577"/>
            <ac:spMk id="9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4T15:10:25.761" v="2424" actId="20577"/>
          <ac:spMkLst>
            <pc:docMk/>
            <pc:sldMk cId="0" sldId="2577"/>
            <ac:spMk id="11" creationId="{00000000-0000-0000-0000-000000000000}"/>
          </ac:spMkLst>
        </pc:spChg>
        <pc:spChg chg="mod">
          <ac:chgData name="sara shekh yusuf" userId="e97b47058e3a0d63" providerId="LiveId" clId="{5375C897-B603-46B6-A683-125D4302BDA1}" dt="2024-11-18T15:16:01.276" v="2632" actId="20577"/>
          <ac:spMkLst>
            <pc:docMk/>
            <pc:sldMk cId="0" sldId="2577"/>
            <ac:spMk id="12" creationId="{00000000-0000-0000-0000-000000000000}"/>
          </ac:spMkLst>
        </pc:spChg>
        <pc:picChg chg="mod modCrop">
          <ac:chgData name="sara shekh yusuf" userId="e97b47058e3a0d63" providerId="LiveId" clId="{5375C897-B603-46B6-A683-125D4302BDA1}" dt="2024-11-17T09:22:52.699" v="2602" actId="14100"/>
          <ac:picMkLst>
            <pc:docMk/>
            <pc:sldMk cId="0" sldId="2577"/>
            <ac:picMk id="2" creationId="{00000000-0000-0000-0000-000000000000}"/>
          </ac:picMkLst>
        </pc:picChg>
      </pc:sldChg>
      <pc:sldChg chg="add del">
        <pc:chgData name="sara shekh yusuf" userId="e97b47058e3a0d63" providerId="LiveId" clId="{5375C897-B603-46B6-A683-125D4302BDA1}" dt="2024-11-07T14:50:03.802" v="2136" actId="47"/>
        <pc:sldMkLst>
          <pc:docMk/>
          <pc:sldMk cId="0" sldId="2578"/>
        </pc:sldMkLst>
      </pc:sldChg>
      <pc:sldChg chg="add del">
        <pc:chgData name="sara shekh yusuf" userId="e97b47058e3a0d63" providerId="LiveId" clId="{5375C897-B603-46B6-A683-125D4302BDA1}" dt="2024-11-07T14:47:39.210" v="2110" actId="47"/>
        <pc:sldMkLst>
          <pc:docMk/>
          <pc:sldMk cId="0" sldId="2579"/>
        </pc:sldMkLst>
      </pc:sldChg>
      <pc:sldChg chg="addSp delSp modSp add mod">
        <pc:chgData name="sara shekh yusuf" userId="e97b47058e3a0d63" providerId="LiveId" clId="{5375C897-B603-46B6-A683-125D4302BDA1}" dt="2024-11-17T18:29:21.846" v="2609" actId="20577"/>
        <pc:sldMkLst>
          <pc:docMk/>
          <pc:sldMk cId="1015786992" sldId="2580"/>
        </pc:sldMkLst>
        <pc:spChg chg="mod">
          <ac:chgData name="sara shekh yusuf" userId="e97b47058e3a0d63" providerId="LiveId" clId="{5375C897-B603-46B6-A683-125D4302BDA1}" dt="2024-11-14T12:56:37.786" v="2271" actId="2711"/>
          <ac:spMkLst>
            <pc:docMk/>
            <pc:sldMk cId="1015786992" sldId="2580"/>
            <ac:spMk id="10" creationId="{D2D467A2-A85E-2E20-3425-C4155EF90C52}"/>
          </ac:spMkLst>
        </pc:spChg>
        <pc:spChg chg="mod">
          <ac:chgData name="sara shekh yusuf" userId="e97b47058e3a0d63" providerId="LiveId" clId="{5375C897-B603-46B6-A683-125D4302BDA1}" dt="2024-11-17T18:29:21.846" v="2609" actId="20577"/>
          <ac:spMkLst>
            <pc:docMk/>
            <pc:sldMk cId="1015786992" sldId="2580"/>
            <ac:spMk id="12" creationId="{65F7B8D8-F073-268F-6AD5-458EF7FFBFE8}"/>
          </ac:spMkLst>
        </pc:spChg>
        <pc:inkChg chg="add">
          <ac:chgData name="sara shekh yusuf" userId="e97b47058e3a0d63" providerId="LiveId" clId="{5375C897-B603-46B6-A683-125D4302BDA1}" dt="2024-11-07T12:35:14.549" v="1109" actId="9405"/>
          <ac:inkMkLst>
            <pc:docMk/>
            <pc:sldMk cId="1015786992" sldId="2580"/>
            <ac:inkMk id="2" creationId="{5947B9D9-EC91-60E5-12C8-FEE24834F4EF}"/>
          </ac:inkMkLst>
        </pc:inkChg>
      </pc:sldChg>
      <pc:sldChg chg="addSp delSp modSp add mod">
        <pc:chgData name="sara shekh yusuf" userId="e97b47058e3a0d63" providerId="LiveId" clId="{5375C897-B603-46B6-A683-125D4302BDA1}" dt="2024-11-17T09:04:34.967" v="2461" actId="20577"/>
        <pc:sldMkLst>
          <pc:docMk/>
          <pc:sldMk cId="1048176467" sldId="2581"/>
        </pc:sldMkLst>
        <pc:graphicFrameChg chg="add mod modGraphic">
          <ac:chgData name="sara shekh yusuf" userId="e97b47058e3a0d63" providerId="LiveId" clId="{5375C897-B603-46B6-A683-125D4302BDA1}" dt="2024-11-17T09:04:34.967" v="2461" actId="20577"/>
          <ac:graphicFrameMkLst>
            <pc:docMk/>
            <pc:sldMk cId="1048176467" sldId="2581"/>
            <ac:graphicFrameMk id="4" creationId="{8C5589FB-5A74-335A-DD76-216C806805E2}"/>
          </ac:graphicFrameMkLst>
        </pc:graphicFrameChg>
      </pc:sldChg>
      <pc:sldChg chg="addSp delSp modSp add mod">
        <pc:chgData name="sara shekh yusuf" userId="e97b47058e3a0d63" providerId="LiveId" clId="{5375C897-B603-46B6-A683-125D4302BDA1}" dt="2024-11-17T09:04:47.531" v="2463" actId="207"/>
        <pc:sldMkLst>
          <pc:docMk/>
          <pc:sldMk cId="876554072" sldId="2582"/>
        </pc:sldMkLst>
        <pc:spChg chg="add mod ord">
          <ac:chgData name="sara shekh yusuf" userId="e97b47058e3a0d63" providerId="LiveId" clId="{5375C897-B603-46B6-A683-125D4302BDA1}" dt="2024-11-07T13:14:01.335" v="1478" actId="1076"/>
          <ac:spMkLst>
            <pc:docMk/>
            <pc:sldMk cId="876554072" sldId="2582"/>
            <ac:spMk id="9" creationId="{DEC70ECC-A5F4-5647-F8F1-01329440321B}"/>
          </ac:spMkLst>
        </pc:spChg>
        <pc:spChg chg="add mod">
          <ac:chgData name="sara shekh yusuf" userId="e97b47058e3a0d63" providerId="LiveId" clId="{5375C897-B603-46B6-A683-125D4302BDA1}" dt="2024-11-07T13:13:56.635" v="1477" actId="1076"/>
          <ac:spMkLst>
            <pc:docMk/>
            <pc:sldMk cId="876554072" sldId="2582"/>
            <ac:spMk id="11" creationId="{E420580A-F37E-947C-E0C2-303589366251}"/>
          </ac:spMkLst>
        </pc:spChg>
        <pc:graphicFrameChg chg="add mod">
          <ac:chgData name="sara shekh yusuf" userId="e97b47058e3a0d63" providerId="LiveId" clId="{5375C897-B603-46B6-A683-125D4302BDA1}" dt="2024-11-17T09:04:47.531" v="2463" actId="207"/>
          <ac:graphicFrameMkLst>
            <pc:docMk/>
            <pc:sldMk cId="876554072" sldId="2582"/>
            <ac:graphicFrameMk id="5" creationId="{F22F4A59-D5B3-20C2-0213-E28C71B75F5D}"/>
          </ac:graphicFrameMkLst>
        </pc:graphicFrameChg>
        <pc:graphicFrameChg chg="add mod">
          <ac:chgData name="sara shekh yusuf" userId="e97b47058e3a0d63" providerId="LiveId" clId="{5375C897-B603-46B6-A683-125D4302BDA1}" dt="2024-11-07T13:16:12.448" v="1496"/>
          <ac:graphicFrameMkLst>
            <pc:docMk/>
            <pc:sldMk cId="876554072" sldId="2582"/>
            <ac:graphicFrameMk id="6" creationId="{C651022A-2AE5-2D56-5B49-8196DBBF7634}"/>
          </ac:graphicFrameMkLst>
        </pc:graphicFrameChg>
      </pc:sldChg>
      <pc:sldChg chg="add del">
        <pc:chgData name="sara shekh yusuf" userId="e97b47058e3a0d63" providerId="LiveId" clId="{5375C897-B603-46B6-A683-125D4302BDA1}" dt="2024-11-07T14:19:48.821" v="1770" actId="47"/>
        <pc:sldMkLst>
          <pc:docMk/>
          <pc:sldMk cId="136830024" sldId="2583"/>
        </pc:sldMkLst>
      </pc:sldChg>
      <pc:sldChg chg="addSp modSp add mod">
        <pc:chgData name="sara shekh yusuf" userId="e97b47058e3a0d63" providerId="LiveId" clId="{5375C897-B603-46B6-A683-125D4302BDA1}" dt="2024-11-14T12:58:30.068" v="2282" actId="2711"/>
        <pc:sldMkLst>
          <pc:docMk/>
          <pc:sldMk cId="1407461008" sldId="2584"/>
        </pc:sldMkLst>
        <pc:spChg chg="mod">
          <ac:chgData name="sara shekh yusuf" userId="e97b47058e3a0d63" providerId="LiveId" clId="{5375C897-B603-46B6-A683-125D4302BDA1}" dt="2024-11-07T14:17:39.009" v="1722" actId="20577"/>
          <ac:spMkLst>
            <pc:docMk/>
            <pc:sldMk cId="1407461008" sldId="2584"/>
            <ac:spMk id="3" creationId="{069577FA-FE58-E0E3-7648-5BE8C02F7520}"/>
          </ac:spMkLst>
        </pc:spChg>
        <pc:spChg chg="add mod">
          <ac:chgData name="sara shekh yusuf" userId="e97b47058e3a0d63" providerId="LiveId" clId="{5375C897-B603-46B6-A683-125D4302BDA1}" dt="2024-11-07T14:19:39.181" v="1768" actId="1076"/>
          <ac:spMkLst>
            <pc:docMk/>
            <pc:sldMk cId="1407461008" sldId="2584"/>
            <ac:spMk id="5" creationId="{9F4C76B4-C728-7039-5C79-F77A312367EA}"/>
          </ac:spMkLst>
        </pc:spChg>
        <pc:spChg chg="add mod">
          <ac:chgData name="sara shekh yusuf" userId="e97b47058e3a0d63" providerId="LiveId" clId="{5375C897-B603-46B6-A683-125D4302BDA1}" dt="2024-11-14T12:58:00.254" v="2279" actId="2711"/>
          <ac:spMkLst>
            <pc:docMk/>
            <pc:sldMk cId="1407461008" sldId="2584"/>
            <ac:spMk id="6" creationId="{6C45E55A-5366-8348-5AC6-66666B565611}"/>
          </ac:spMkLst>
        </pc:spChg>
        <pc:spChg chg="mod">
          <ac:chgData name="sara shekh yusuf" userId="e97b47058e3a0d63" providerId="LiveId" clId="{5375C897-B603-46B6-A683-125D4302BDA1}" dt="2024-11-07T14:19:39.181" v="1768" actId="1076"/>
          <ac:spMkLst>
            <pc:docMk/>
            <pc:sldMk cId="1407461008" sldId="2584"/>
            <ac:spMk id="10" creationId="{4AF67CE8-9E1F-F166-3F45-4CEC898B6C3F}"/>
          </ac:spMkLst>
        </pc:spChg>
        <pc:spChg chg="mod">
          <ac:chgData name="sara shekh yusuf" userId="e97b47058e3a0d63" providerId="LiveId" clId="{5375C897-B603-46B6-A683-125D4302BDA1}" dt="2024-11-14T12:58:30.068" v="2282" actId="2711"/>
          <ac:spMkLst>
            <pc:docMk/>
            <pc:sldMk cId="1407461008" sldId="2584"/>
            <ac:spMk id="12" creationId="{A7F4B00E-3888-5889-8326-4C3DEEBB8931}"/>
          </ac:spMkLst>
        </pc:spChg>
        <pc:picChg chg="add mod">
          <ac:chgData name="sara shekh yusuf" userId="e97b47058e3a0d63" providerId="LiveId" clId="{5375C897-B603-46B6-A683-125D4302BDA1}" dt="2024-11-07T14:19:41.208" v="1769" actId="1076"/>
          <ac:picMkLst>
            <pc:docMk/>
            <pc:sldMk cId="1407461008" sldId="2584"/>
            <ac:picMk id="4" creationId="{33B2BA6F-C337-072B-F413-A2B5E0BC9F15}"/>
          </ac:picMkLst>
        </pc:picChg>
      </pc:sldChg>
      <pc:sldChg chg="addSp delSp modSp add mod">
        <pc:chgData name="sara shekh yusuf" userId="e97b47058e3a0d63" providerId="LiveId" clId="{5375C897-B603-46B6-A683-125D4302BDA1}" dt="2024-11-17T09:05:18.467" v="2464" actId="2711"/>
        <pc:sldMkLst>
          <pc:docMk/>
          <pc:sldMk cId="678894531" sldId="2585"/>
        </pc:sldMkLst>
        <pc:spChg chg="mod">
          <ac:chgData name="sara shekh yusuf" userId="e97b47058e3a0d63" providerId="LiveId" clId="{5375C897-B603-46B6-A683-125D4302BDA1}" dt="2024-11-07T14:21:44.484" v="1805" actId="1076"/>
          <ac:spMkLst>
            <pc:docMk/>
            <pc:sldMk cId="678894531" sldId="2585"/>
            <ac:spMk id="5" creationId="{5BF2AF13-9EDC-F280-FBB7-E5FB12F50A5F}"/>
          </ac:spMkLst>
        </pc:spChg>
        <pc:spChg chg="mod">
          <ac:chgData name="sara shekh yusuf" userId="e97b47058e3a0d63" providerId="LiveId" clId="{5375C897-B603-46B6-A683-125D4302BDA1}" dt="2024-11-17T09:05:18.467" v="2464" actId="2711"/>
          <ac:spMkLst>
            <pc:docMk/>
            <pc:sldMk cId="678894531" sldId="2585"/>
            <ac:spMk id="6" creationId="{02A25F14-20BD-95A2-517A-3B5EF30BD0AD}"/>
          </ac:spMkLst>
        </pc:spChg>
        <pc:spChg chg="mod">
          <ac:chgData name="sara shekh yusuf" userId="e97b47058e3a0d63" providerId="LiveId" clId="{5375C897-B603-46B6-A683-125D4302BDA1}" dt="2024-11-07T14:20:07.349" v="1779" actId="20577"/>
          <ac:spMkLst>
            <pc:docMk/>
            <pc:sldMk cId="678894531" sldId="2585"/>
            <ac:spMk id="12" creationId="{627C51D0-FC35-42F2-CC21-15C55E6B006C}"/>
          </ac:spMkLst>
        </pc:spChg>
        <pc:picChg chg="add mod">
          <ac:chgData name="sara shekh yusuf" userId="e97b47058e3a0d63" providerId="LiveId" clId="{5375C897-B603-46B6-A683-125D4302BDA1}" dt="2024-11-07T14:21:51.564" v="1808" actId="1076"/>
          <ac:picMkLst>
            <pc:docMk/>
            <pc:sldMk cId="678894531" sldId="2585"/>
            <ac:picMk id="7" creationId="{68BF9C2C-BEA8-055F-1BE6-89A48A2EFA68}"/>
          </ac:picMkLst>
        </pc:picChg>
      </pc:sldChg>
      <pc:sldChg chg="addSp delSp modSp add mod">
        <pc:chgData name="sara shekh yusuf" userId="e97b47058e3a0d63" providerId="LiveId" clId="{5375C897-B603-46B6-A683-125D4302BDA1}" dt="2024-11-17T09:05:24.461" v="2465" actId="2711"/>
        <pc:sldMkLst>
          <pc:docMk/>
          <pc:sldMk cId="2469657020" sldId="2586"/>
        </pc:sldMkLst>
        <pc:spChg chg="mod">
          <ac:chgData name="sara shekh yusuf" userId="e97b47058e3a0d63" providerId="LiveId" clId="{5375C897-B603-46B6-A683-125D4302BDA1}" dt="2024-11-17T09:05:24.461" v="2465" actId="2711"/>
          <ac:spMkLst>
            <pc:docMk/>
            <pc:sldMk cId="2469657020" sldId="2586"/>
            <ac:spMk id="6" creationId="{C2CCFEB7-4FBF-6879-5427-4737AD36BA79}"/>
          </ac:spMkLst>
        </pc:spChg>
        <pc:spChg chg="mod">
          <ac:chgData name="sara shekh yusuf" userId="e97b47058e3a0d63" providerId="LiveId" clId="{5375C897-B603-46B6-A683-125D4302BDA1}" dt="2024-11-07T14:22:05.135" v="1813" actId="20577"/>
          <ac:spMkLst>
            <pc:docMk/>
            <pc:sldMk cId="2469657020" sldId="2586"/>
            <ac:spMk id="12" creationId="{BC324178-1496-8EE1-F864-B5BEB09005FD}"/>
          </ac:spMkLst>
        </pc:spChg>
        <pc:picChg chg="add mod">
          <ac:chgData name="sara shekh yusuf" userId="e97b47058e3a0d63" providerId="LiveId" clId="{5375C897-B603-46B6-A683-125D4302BDA1}" dt="2024-11-07T14:22:26.692" v="1818" actId="1076"/>
          <ac:picMkLst>
            <pc:docMk/>
            <pc:sldMk cId="2469657020" sldId="2586"/>
            <ac:picMk id="7" creationId="{F9470AEF-196D-2126-5AD6-39E788C5FF01}"/>
          </ac:picMkLst>
        </pc:picChg>
      </pc:sldChg>
      <pc:sldChg chg="addSp delSp modSp new mod">
        <pc:chgData name="sara shekh yusuf" userId="e97b47058e3a0d63" providerId="LiveId" clId="{5375C897-B603-46B6-A683-125D4302BDA1}" dt="2024-11-17T09:09:36.860" v="2547" actId="1076"/>
        <pc:sldMkLst>
          <pc:docMk/>
          <pc:sldMk cId="2067803461" sldId="2587"/>
        </pc:sldMkLst>
        <pc:spChg chg="add mod">
          <ac:chgData name="sara shekh yusuf" userId="e97b47058e3a0d63" providerId="LiveId" clId="{5375C897-B603-46B6-A683-125D4302BDA1}" dt="2024-11-17T09:09:36.860" v="2547" actId="1076"/>
          <ac:spMkLst>
            <pc:docMk/>
            <pc:sldMk cId="2067803461" sldId="2587"/>
            <ac:spMk id="9" creationId="{6BEABF58-42D2-301D-E2E6-8D45E03C2999}"/>
          </ac:spMkLst>
        </pc:spChg>
        <pc:grpChg chg="mod">
          <ac:chgData name="sara shekh yusuf" userId="e97b47058e3a0d63" providerId="LiveId" clId="{5375C897-B603-46B6-A683-125D4302BDA1}" dt="2024-11-17T09:07:30.768" v="2498"/>
          <ac:grpSpMkLst>
            <pc:docMk/>
            <pc:sldMk cId="2067803461" sldId="2587"/>
            <ac:grpSpMk id="7" creationId="{5952D49B-4294-3E2B-D4CA-44D95AB99D7F}"/>
          </ac:grpSpMkLst>
        </pc:grpChg>
        <pc:picChg chg="add mod">
          <ac:chgData name="sara shekh yusuf" userId="e97b47058e3a0d63" providerId="LiveId" clId="{5375C897-B603-46B6-A683-125D4302BDA1}" dt="2024-11-17T09:08:00.916" v="2502" actId="1076"/>
          <ac:picMkLst>
            <pc:docMk/>
            <pc:sldMk cId="2067803461" sldId="2587"/>
            <ac:picMk id="8" creationId="{27840C5D-C503-7CB3-C862-C73B55BF4249}"/>
          </ac:picMkLst>
        </pc:picChg>
        <pc:inkChg chg="add mod">
          <ac:chgData name="sara shekh yusuf" userId="e97b47058e3a0d63" providerId="LiveId" clId="{5375C897-B603-46B6-A683-125D4302BDA1}" dt="2024-11-17T09:07:30.768" v="2498"/>
          <ac:inkMkLst>
            <pc:docMk/>
            <pc:sldMk cId="2067803461" sldId="2587"/>
            <ac:inkMk id="4" creationId="{F19D9D68-2DF2-C5E3-38D0-9593509F9830}"/>
          </ac:inkMkLst>
        </pc:inkChg>
        <pc:inkChg chg="add mod">
          <ac:chgData name="sara shekh yusuf" userId="e97b47058e3a0d63" providerId="LiveId" clId="{5375C897-B603-46B6-A683-125D4302BDA1}" dt="2024-11-17T09:07:30.768" v="2498"/>
          <ac:inkMkLst>
            <pc:docMk/>
            <pc:sldMk cId="2067803461" sldId="2587"/>
            <ac:inkMk id="5" creationId="{BB57B61C-192B-6AE2-FFDE-83AE074DE2A8}"/>
          </ac:inkMkLst>
        </pc:inkChg>
        <pc:inkChg chg="add mod">
          <ac:chgData name="sara shekh yusuf" userId="e97b47058e3a0d63" providerId="LiveId" clId="{5375C897-B603-46B6-A683-125D4302BDA1}" dt="2024-11-17T09:07:30.768" v="2498"/>
          <ac:inkMkLst>
            <pc:docMk/>
            <pc:sldMk cId="2067803461" sldId="2587"/>
            <ac:inkMk id="6" creationId="{64F446D5-7700-630E-6E64-B0437411341A}"/>
          </ac:inkMkLst>
        </pc:inkChg>
      </pc:sldChg>
      <pc:sldChg chg="addSp delSp modSp add mod">
        <pc:chgData name="sara shekh yusuf" userId="e97b47058e3a0d63" providerId="LiveId" clId="{5375C897-B603-46B6-A683-125D4302BDA1}" dt="2024-11-18T15:13:13.185" v="2610" actId="14826"/>
        <pc:sldMkLst>
          <pc:docMk/>
          <pc:sldMk cId="238518530" sldId="2588"/>
        </pc:sldMkLst>
        <pc:spChg chg="mod">
          <ac:chgData name="sara shekh yusuf" userId="e97b47058e3a0d63" providerId="LiveId" clId="{5375C897-B603-46B6-A683-125D4302BDA1}" dt="2024-11-17T09:09:45.236" v="2549" actId="20577"/>
          <ac:spMkLst>
            <pc:docMk/>
            <pc:sldMk cId="238518530" sldId="2588"/>
            <ac:spMk id="9" creationId="{5C7A69E5-8F14-C872-B7DA-A6FB796BD44E}"/>
          </ac:spMkLst>
        </pc:spChg>
        <pc:picChg chg="add mod">
          <ac:chgData name="sara shekh yusuf" userId="e97b47058e3a0d63" providerId="LiveId" clId="{5375C897-B603-46B6-A683-125D4302BDA1}" dt="2024-11-18T15:13:13.185" v="2610" actId="14826"/>
          <ac:picMkLst>
            <pc:docMk/>
            <pc:sldMk cId="238518530" sldId="2588"/>
            <ac:picMk id="2" creationId="{706A0F6A-FC82-3BD9-F5DB-AE53678C2C57}"/>
          </ac:picMkLst>
        </pc:picChg>
      </pc:sldChg>
      <pc:sldMasterChg chg="addSldLayout delSldLayout">
        <pc:chgData name="sara shekh yusuf" userId="e97b47058e3a0d63" providerId="LiveId" clId="{5375C897-B603-46B6-A683-125D4302BDA1}" dt="2024-11-07T15:00:19.834" v="2209" actId="47"/>
        <pc:sldMasterMkLst>
          <pc:docMk/>
          <pc:sldMasterMk cId="2363315096" sldId="2147483775"/>
        </pc:sldMasterMkLst>
        <pc:sldLayoutChg chg="add del">
          <pc:chgData name="sara shekh yusuf" userId="e97b47058e3a0d63" providerId="LiveId" clId="{5375C897-B603-46B6-A683-125D4302BDA1}" dt="2024-11-07T14:50:36.916" v="2142" actId="47"/>
          <pc:sldLayoutMkLst>
            <pc:docMk/>
            <pc:sldMasterMk cId="2363315096" sldId="2147483775"/>
            <pc:sldLayoutMk cId="1223231215" sldId="2147483796"/>
          </pc:sldLayoutMkLst>
        </pc:sldLayoutChg>
        <pc:sldLayoutChg chg="del">
          <pc:chgData name="sara shekh yusuf" userId="e97b47058e3a0d63" providerId="LiveId" clId="{5375C897-B603-46B6-A683-125D4302BDA1}" dt="2024-11-07T15:00:19.834" v="2209" actId="47"/>
          <pc:sldLayoutMkLst>
            <pc:docMk/>
            <pc:sldMasterMk cId="2363315096" sldId="2147483775"/>
            <pc:sldLayoutMk cId="4172778756" sldId="2147483797"/>
          </pc:sldLayoutMkLst>
        </pc:sldLayoutChg>
      </pc:sldMasterChg>
      <pc:sldMasterChg chg="modSldLayout">
        <pc:chgData name="sara shekh yusuf" userId="e97b47058e3a0d63" providerId="LiveId" clId="{5375C897-B603-46B6-A683-125D4302BDA1}" dt="2024-11-07T11:25:00.406" v="988"/>
        <pc:sldMasterMkLst>
          <pc:docMk/>
          <pc:sldMasterMk cId="3399611478" sldId="2147483798"/>
        </pc:sldMasterMkLst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2372946747" sldId="2147483818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519674306" sldId="2147483819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2009154651" sldId="2147483820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2709024182" sldId="2147483822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1992401946" sldId="2147483823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4212084522" sldId="2147483824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1594088827" sldId="2147483825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3976874038" sldId="2147483826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247303698" sldId="2147483827"/>
          </pc:sldLayoutMkLst>
        </pc:sldLayoutChg>
        <pc:sldLayoutChg chg="addSp delSp">
          <pc:chgData name="sara shekh yusuf" userId="e97b47058e3a0d63" providerId="LiveId" clId="{5375C897-B603-46B6-A683-125D4302BDA1}" dt="2024-11-07T11:25:00.406" v="988"/>
          <pc:sldLayoutMkLst>
            <pc:docMk/>
            <pc:sldMasterMk cId="3399611478" sldId="2147483798"/>
            <pc:sldLayoutMk cId="324402239" sldId="214748382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97b47058e3a0d63/Desktop/&#1508;&#1512;&#1511;%20&#1514;&#1495;&#1494;&#1497;&#1493;&#1514;/&#1514;&#1495;&#1494;&#1497;&#1493;&#1514;%20&#1495;&#1500;&#1489;-%20&#1489;&#1491;&#1497;&#1511;&#149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ram\OneDrive\Desktop\&#1508;&#1512;&#1511;%20&#1504;&#1497;&#1492;&#1493;&#1500;%20&#1502;&#1500;&#1488;&#1497;\&#1504;&#1497;&#1492;&#1493;&#1500;%20&#1502;&#1500;&#1488;&#1497;%20-%20&#1504;&#1514;&#1493;&#1504;&#1497;&#150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ram\OneDrive\Desktop\&#1508;&#1512;&#1511;%20&#1504;&#1497;&#1492;&#1493;&#1500;%20&#1502;&#1500;&#1488;&#1497;\&#1504;&#1497;&#1492;&#1493;&#1500;%20&#1502;&#1500;&#1488;&#1497;%20-%20&#1504;&#1514;&#1493;&#1504;&#1497;&#150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/>
              <a:t>רגרסיה לינארית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'רגרסיה לינארית'!$C$6</c:f>
              <c:strCache>
                <c:ptCount val="1"/>
                <c:pt idx="0">
                  <c:v>כמות מוזמנת</c:v>
                </c:pt>
              </c:strCache>
            </c:strRef>
          </c:tx>
          <c:spPr>
            <a:ln w="28575" cap="rnd">
              <a:solidFill>
                <a:srgbClr val="52C115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227777777777778E-2"/>
                  <c:y val="6.71642607174103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4988-4068-967A-23EE55B99705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9510572448454382E-3"/>
                  <c:y val="0.1014326149225683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4988-4068-967A-23EE55B99705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0619508290998076E-2"/>
                  <c:y val="8.79644014969866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4988-4068-967A-23EE55B9970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'רגרסיה לינארית'!$B$7:$B$13</c:f>
              <c:strCach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'רגרסיה לינארית'!$C$7:$C$13</c:f>
              <c:numCache>
                <c:formatCode>General</c:formatCode>
                <c:ptCount val="7"/>
                <c:pt idx="0">
                  <c:v>8832</c:v>
                </c:pt>
                <c:pt idx="1">
                  <c:v>7872</c:v>
                </c:pt>
                <c:pt idx="2">
                  <c:v>8640</c:v>
                </c:pt>
                <c:pt idx="3">
                  <c:v>9264</c:v>
                </c:pt>
                <c:pt idx="4">
                  <c:v>9888</c:v>
                </c:pt>
                <c:pt idx="5">
                  <c:v>10368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4988-4068-967A-23EE55B99705}"/>
            </c:ext>
          </c:extLst>
        </c:ser>
        <c:ser>
          <c:idx val="1"/>
          <c:order val="1"/>
          <c:tx>
            <c:strRef>
              <c:f>'רגרסיה לינארית'!$D$6</c:f>
              <c:strCache>
                <c:ptCount val="1"/>
                <c:pt idx="0">
                  <c:v>תחזית</c:v>
                </c:pt>
              </c:strCache>
            </c:strRef>
          </c:tx>
          <c:spPr>
            <a:ln w="28575" cap="rnd">
              <a:solidFill>
                <a:srgbClr val="A2489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8944444444444443E-2"/>
                  <c:y val="5.79050014581510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4988-4068-967A-23EE55B99705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9516975736683408E-2"/>
                  <c:y val="-5.65747151791007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4988-4068-967A-23EE55B99705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4.2296094716158361E-2"/>
                  <c:y val="-5.78374927489047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4988-4068-967A-23EE55B99705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3.4388888888888886E-2"/>
                  <c:y val="4.86457421988918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4988-4068-967A-23EE55B99705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3.9166666666666669E-2"/>
                  <c:y val="3.93864829396325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4988-4068-967A-23EE55B9970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'רגרסיה לינארית'!$B$7:$B$13</c:f>
              <c:strCach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'רגרסיה לינארית'!$D$7:$D$13</c:f>
              <c:numCache>
                <c:formatCode>0</c:formatCode>
                <c:ptCount val="7"/>
                <c:pt idx="0">
                  <c:v>8118.8571428571431</c:v>
                </c:pt>
                <c:pt idx="1">
                  <c:v>8528.9142857142851</c:v>
                </c:pt>
                <c:pt idx="2">
                  <c:v>8938.971428571429</c:v>
                </c:pt>
                <c:pt idx="3">
                  <c:v>9349.028571428571</c:v>
                </c:pt>
                <c:pt idx="4">
                  <c:v>9759.0857142857149</c:v>
                </c:pt>
                <c:pt idx="5">
                  <c:v>10169.142857142857</c:v>
                </c:pt>
                <c:pt idx="6">
                  <c:v>10579.2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7-4988-4068-967A-23EE55B9970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90483840"/>
        <c:axId val="1890481664"/>
      </c:lineChart>
      <c:catAx>
        <c:axId val="1890483840"/>
        <c:scaling>
          <c:orientation val="minMax"/>
        </c:scaling>
        <c:delete val="0"/>
        <c:axPos val="b"/>
        <c:title>
          <c:tx>
            <c:strRef>
              <c:f>'רגרסיה לינארית'!$B$6</c:f>
              <c:strCache>
                <c:ptCount val="1"/>
                <c:pt idx="0">
                  <c:v>שנה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0481664"/>
        <c:crosses val="autoZero"/>
        <c:auto val="1"/>
        <c:lblAlgn val="ctr"/>
        <c:lblOffset val="100"/>
        <c:noMultiLvlLbl val="1"/>
      </c:catAx>
      <c:valAx>
        <c:axId val="1890481664"/>
        <c:scaling>
          <c:orientation val="minMax"/>
          <c:min val="6000"/>
        </c:scaling>
        <c:delete val="0"/>
        <c:axPos val="l"/>
        <c:majorGridlines>
          <c:spPr>
            <a:ln w="9525" cap="flat" cmpd="sng" algn="ctr">
              <a:solidFill>
                <a:schemeClr val="accent6"/>
              </a:solidFill>
              <a:round/>
            </a:ln>
            <a:effectLst/>
          </c:spPr>
        </c:majorGridlines>
        <c:title>
          <c:tx>
            <c:strRef>
              <c:f>'רגרסיה לינארית'!$C$6</c:f>
              <c:strCache>
                <c:ptCount val="1"/>
                <c:pt idx="0">
                  <c:v>כמות מוזמנת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0483840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he-IL" sz="2400" b="0" i="0" u="none" strike="noStrike" kern="1200" spc="0" baseline="0" dirty="0">
                <a:solidFill>
                  <a:schemeClr val="tx1"/>
                </a:solidFill>
              </a:rPr>
              <a:t>מוצר </a:t>
            </a:r>
            <a:r>
              <a:rPr lang="en-US" sz="2400" b="0" i="0" u="none" strike="noStrike" kern="1200" spc="0" baseline="0" dirty="0">
                <a:solidFill>
                  <a:schemeClr val="tx1"/>
                </a:solidFill>
              </a:rPr>
              <a:t>B</a:t>
            </a:r>
            <a:r>
              <a:rPr lang="he-IL" sz="2400" b="0" i="0" u="none" strike="noStrike" kern="1200" spc="0" baseline="0" dirty="0">
                <a:solidFill>
                  <a:schemeClr val="tx1"/>
                </a:solidFill>
              </a:rPr>
              <a:t> - </a:t>
            </a:r>
            <a:r>
              <a:rPr lang="en-US" sz="2400" b="0" i="0" u="none" strike="noStrike" kern="1200" spc="0" baseline="0" dirty="0">
                <a:solidFill>
                  <a:schemeClr val="tx1"/>
                </a:solidFill>
              </a:rPr>
              <a:t>TC </a:t>
            </a:r>
            <a:endParaRPr lang="he-IL" sz="2400" b="0" i="0" u="none" strike="noStrike" kern="1200" spc="0" baseline="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A24895"/>
              </a:soli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F4C-4489-B2BD-D8401E81A03E}"/>
              </c:ext>
            </c:extLst>
          </c:dPt>
          <c:dPt>
            <c:idx val="1"/>
            <c:bubble3D val="0"/>
            <c:spPr>
              <a:solidFill>
                <a:srgbClr val="231DA3"/>
              </a:soli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F956-4525-94BA-D4E0AC8EBF3A}"/>
              </c:ext>
            </c:extLst>
          </c:dPt>
          <c:dLbls>
            <c:dLbl>
              <c:idx val="0"/>
              <c:layout>
                <c:manualLayout>
                  <c:x val="3.3340098497409286E-2"/>
                  <c:y val="7.908261673792896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F4C-4489-B2BD-D8401E81A03E}"/>
                </c:ext>
                <c:ext xmlns:c15="http://schemas.microsoft.com/office/drawing/2012/chart" uri="{CE6537A1-D6FC-4f65-9D91-7224C49458BB}">
                  <c15:layout>
                    <c:manualLayout>
                      <c:w val="0.28412584725985501"/>
                      <c:h val="0.3486161009094189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3.6788974315429962E-2"/>
                  <c:y val="9.687620550396333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F956-4525-94BA-D4E0AC8EBF3A}"/>
                </c:ext>
                <c:ext xmlns:c15="http://schemas.microsoft.com/office/drawing/2012/chart" uri="{CE6537A1-D6FC-4f65-9D91-7224C49458BB}">
                  <c15:layout>
                    <c:manualLayout>
                      <c:w val="0.2584655376748427"/>
                      <c:h val="0.3802491476045906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'[ניהול מלאי - נתונים.xlsx]B'!$B$46:$B$47</c:f>
              <c:strCache>
                <c:ptCount val="2"/>
                <c:pt idx="0">
                  <c:v>TC מצב קיים </c:v>
                </c:pt>
                <c:pt idx="1">
                  <c:v>TC שיני מסור</c:v>
                </c:pt>
              </c:strCache>
            </c:strRef>
          </c:cat>
          <c:val>
            <c:numRef>
              <c:f>'[ניהול מלאי - נתונים.xlsx]B'!$C$46:$C$47</c:f>
              <c:numCache>
                <c:formatCode>_ "₪"\ * #,##0.0_ ;_ "₪"\ * \-#,##0.0_ ;_ "₪"\ * "-"?_ ;_ @_ </c:formatCode>
                <c:ptCount val="2"/>
                <c:pt idx="0">
                  <c:v>20103.75</c:v>
                </c:pt>
                <c:pt idx="1">
                  <c:v>15670.594594594595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956-4525-94BA-D4E0AC8EBF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cap="none" spc="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he-IL" sz="2400">
                <a:solidFill>
                  <a:schemeClr val="tx1"/>
                </a:solidFill>
              </a:rPr>
              <a:t>מוצר </a:t>
            </a:r>
            <a:r>
              <a:rPr lang="en-US" sz="2400">
                <a:solidFill>
                  <a:schemeClr val="tx1"/>
                </a:solidFill>
              </a:rPr>
              <a:t>A</a:t>
            </a:r>
            <a:r>
              <a:rPr lang="he-IL" sz="2400">
                <a:solidFill>
                  <a:schemeClr val="tx1"/>
                </a:solidFill>
              </a:rPr>
              <a:t> - </a:t>
            </a:r>
            <a:r>
              <a:rPr lang="en-US" sz="2400">
                <a:solidFill>
                  <a:schemeClr val="tx1"/>
                </a:solidFill>
              </a:rPr>
              <a:t>TC </a:t>
            </a:r>
            <a:endParaRPr lang="he-IL" sz="240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9240129716264333"/>
          <c:y val="3.16330466951716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cap="none" spc="2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A24895"/>
            </a:solidFill>
          </c:spPr>
          <c:dPt>
            <c:idx val="0"/>
            <c:bubble3D val="0"/>
            <c:spPr>
              <a:solidFill>
                <a:srgbClr val="A24895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452-4B22-A2EF-AADA1C149D46}"/>
              </c:ext>
            </c:extLst>
          </c:dPt>
          <c:dPt>
            <c:idx val="1"/>
            <c:bubble3D val="0"/>
            <c:spPr>
              <a:solidFill>
                <a:srgbClr val="231DA3"/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452-4B22-A2EF-AADA1C149D46}"/>
              </c:ext>
            </c:extLst>
          </c:dPt>
          <c:dLbls>
            <c:dLbl>
              <c:idx val="0"/>
              <c:layout>
                <c:manualLayout>
                  <c:x val="4.7401338041110942E-2"/>
                  <c:y val="-3.163304669517169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452-4B22-A2EF-AADA1C149D46}"/>
                </c:ext>
                <c:ext xmlns:c15="http://schemas.microsoft.com/office/drawing/2012/chart" uri="{CE6537A1-D6FC-4f65-9D91-7224C49458BB}">
                  <c15:layout>
                    <c:manualLayout>
                      <c:w val="0.2540932676007574"/>
                      <c:h val="0.32093718505114371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2.4829136892034989E-2"/>
                  <c:y val="7.90841734823532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452-4B22-A2EF-AADA1C149D46}"/>
                </c:ext>
                <c:ext xmlns:c15="http://schemas.microsoft.com/office/drawing/2012/chart" uri="{CE6537A1-D6FC-4f65-9D91-7224C49458BB}">
                  <c15:layout>
                    <c:manualLayout>
                      <c:w val="0.269182576388526"/>
                      <c:h val="0.29932770435306211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'[ניהול מלאי - נתונים.xlsx]A'!$B$45:$B$46</c:f>
              <c:strCache>
                <c:ptCount val="2"/>
                <c:pt idx="0">
                  <c:v>TC מצב קיים </c:v>
                </c:pt>
                <c:pt idx="1">
                  <c:v>TC שיני מסור</c:v>
                </c:pt>
              </c:strCache>
            </c:strRef>
          </c:cat>
          <c:val>
            <c:numRef>
              <c:f>'[ניהול מלאי - נתונים.xlsx]A'!$C$45:$C$46</c:f>
              <c:numCache>
                <c:formatCode>_ "₪"\ * #,##0.0_ ;_ "₪"\ * \-#,##0.0_ ;_ "₪"\ * "-"??_ ;_ @_ </c:formatCode>
                <c:ptCount val="2"/>
                <c:pt idx="0">
                  <c:v>52508</c:v>
                </c:pt>
                <c:pt idx="1">
                  <c:v>49467.5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4D0-402A-B98B-00BBEBF0EE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6E8FA38E-9F41-1A45-879F-0B93BA509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F016A96-BC72-0640-9AEE-870574F38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B0B091C-A27C-3C4B-82F1-DDBD9A0282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1FC8B-EC93-C64D-BBD2-37E30DAF45B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87D4734-4CAE-4B5B-A5BF-2204F73025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5A48E-F7AD-43EC-AC50-8729FE3865BE}" type="datetimeFigureOut">
              <a:rPr lang="en-US" smtClean="0"/>
              <a:t>1/30/2025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11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08:38:20.13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3515 1 24575,'2'38'0,"2"1"0,1-1 0,2 0 0,12 38 0,-2 8 0,-12-54 0,2 0 0,19 55 0,-24-81 0,0-1 0,-1 1 0,0 0 0,0 0 0,0 0 0,0 0 0,0 0 0,-1 0 0,0 0 0,0 0 0,0 0 0,-1 5 0,1-7 0,-1 0 0,0 0 0,0 0 0,0 0 0,0-1 0,0 1 0,-1 0 0,1-1 0,0 1 0,-1-1 0,1 1 0,-1-1 0,1 0 0,-1 0 0,0 0 0,0 0 0,1 0 0,-1 0 0,0 0 0,0 0 0,0-1 0,0 1 0,0-1 0,0 1 0,0-1 0,-2 0 0,-53 5 0,40-5 0,0 2 0,-19 3 0,-19 4 0,0-3 0,-1-2 0,-96-6 0,45 0 0,-1148 2 0,1229-2 0,-53-9 0,-6-1 0,-32 11 0,-15-2 0,66-9 0,50 7 0,-1 2 0,-19-2 0,-331 2 0,188 5 0,-312-2 0,487 0 0,-1 0 0,1 0 0,0 0 0,0-1 0,0 0 0,-1 1 0,1-2 0,0 1 0,0 0 0,0-1 0,0 0 0,1 0 0,-1 0 0,0 0 0,-3-4 0,3 2 0,0 0 0,1 0 0,0-1 0,0 1 0,0-1 0,0 1 0,1-1 0,0 0 0,0 0 0,0 0 0,1 0 0,-2-7 0,0-6 0,1 0 0,0-32 0,2 37 0,0 0 0,-1 0 0,0 1 0,-1-1 0,0 1 0,-1-1 0,-8-19 0,7 23 0,0 0 0,0 0 0,1 0 0,0 0 0,1 0 0,-2-18 0,4 25 0,0 0 0,0-1 0,0 1 0,0 0 0,1-1 0,-1 1 0,1 0 0,-1 0 0,1-1 0,0 1 0,0 0 0,0 0 0,0 0 0,0 0 0,1 0 0,-1 0 0,0 0 0,1 0 0,0 1 0,-1-1 0,1 1 0,0-1 0,0 1 0,0 0 0,0-1 0,0 1 0,0 0 0,0 0 0,0 0 0,1 1 0,-1-1 0,0 1 0,4-1 0,19-3 0,0 1 0,0 1 0,39 2 0,-34 1 0,-1-2 0,36-4 0,37-7 0,0 5 0,128 8 0,-87 1 0,1339-2 0,-1464 1 0,-1 1 0,-1 1 0,1 0 0,0 1 0,25 11 0,-24-9 0,0 0 0,1-1 0,-1-1 0,27 3 0,67-8 0,22 2 0,-125 1 0,0 0 0,-1 0 0,1 0 0,-1 1 0,0 1 0,14 7 0,-13-7 0,0 1 0,0-1 0,1-1 0,17 5 0,0-4 0,0-2 0,0-1 0,0-1 0,27-3 0,-48 2 0,1-1 0,-1 0 0,0 0 0,0-1 0,0 1 0,0-1 0,-1 0 0,1-1 0,-1 0 0,9-7 0,-12 9 0,1 0 0,-1 0 0,1 0 0,-1 0 0,0-1 0,0 1 0,0-1 0,0 1 0,-1-1 0,1 0 0,-1 0 0,1 1 0,-1-1 0,0 0 0,0 0 0,0-1 0,-1 1 0,1 0 0,-1 0 0,0 0 0,0 0 0,0-7 0,-1 8 0,0 0 0,0 0 0,0 0 0,-1 0 0,1 0 0,-1 0 0,1 1 0,-1-1 0,0 0 0,1 1 0,-1-1 0,0 1 0,0 0 0,0 0 0,0-1 0,0 1 0,0 1 0,-1-1 0,1 0 0,0 0 0,0 1 0,-1-1 0,1 1 0,-3 0 0,-9-2 0,-1 1 0,-24 1 0,28 0 0,-6 0 0,6 0 0,0 0 0,0 0 0,0 1 0,0 1 0,0 0 0,-13 4 0,22-5 0,0 0 0,-1 0 0,1 0 0,0 0 0,0 1 0,0-1 0,0 1 0,0 0 0,0 0 0,1-1 0,-1 1 0,0 0 0,1 0 0,-1 1 0,1-1 0,0 0 0,0 0 0,0 1 0,0-1 0,0 1 0,1-1 0,-1 1 0,0-1 0,1 1 0,0-1 0,0 1 0,0-1 0,0 1 0,0-1 0,0 1 0,1-1 0,0 5 0,2 5 0,0 0 0,0 0 0,7 17 0,-8-24 0,0-1 0,0 0 0,0 0 0,0 0 0,1 0 0,-1 0 0,1-1 0,0 1 0,0-1 0,0 0 0,1 0 0,4 4 0,-7-7 0,-1 1 0,1-1 0,-1 0 0,0 0 0,1 0 0,-1 0 0,0 0 0,1 1 0,-1-1 0,1 0 0,-1 0 0,0 0 0,1 0 0,-1 0 0,1 0 0,-1 0 0,0 0 0,1-1 0,-1 1 0,1 0 0,-1 0 0,0 0 0,1 0 0,-1 0 0,0-1 0,1 1 0,-1 0 0,0 0 0,1-1 0,-1 1 0,0 0 0,1 0 0,-1-1 0,0 1 0,0 0 0,1-1 0,-1 1 0,0 0 0,0-1 0,0 1 0,0 0 0,0-1 0,1 1 0,-1-1 0,0 1 0,0 0 0,0-1 0,0 1 0,0-1 0,0 1 0,0 0 0,0-1 0,0 1 0,0-1 0,0 1 0,-1 0 0,1-1 0,0 0 0,-5-33 0,4 24 0,0 8 0,1 0 0,0 0 0,0 1 0,0-1 0,0 0 0,1 0 0,-1 1 0,0-1 0,1 0 0,-1 1 0,1-1 0,0 0 0,-1 1 0,3-4 0,-2 4 0,-1 1 0,1-1 0,0 0 0,0 1 0,0-1 0,0 0 0,0 1 0,0-1 0,0 1 0,0 0 0,0-1 0,0 1 0,0 0 0,0-1 0,0 1 0,0 0 0,0 0 0,2 0 0,5 1 0,0 0 0,0 1 0,0 0 0,0 0 0,12 6 0,20 5 0,-10-9 0,47 9 0,-71-11 0,-1-1 0,0 1 0,0 0 0,0 0 0,0 1 0,0 0 0,0-1 0,0 2 0,-1-1 0,0 0 0,5 6 0,-8-9 0,-1 1 0,1 0 0,-1-1 0,1 1 0,-1 0 0,0-1 0,0 1 0,1 0 0,-1-1 0,0 1 0,0 0 0,0 0 0,0-1 0,1 1 0,-1 0 0,0 0 0,0 0 0,-1-1 0,1 1 0,0 0 0,0 0 0,0-1 0,0 1 0,-1 0 0,1-1 0,-1 2 0,-18 21 0,13-18 0,-1 0 0,0 0 0,0-1 0,-13 7 0,15-10 0,-1 0 0,1-1 0,-1 1 0,1-1 0,-1 0 0,1-1 0,-1 1 0,1-1 0,-1 0 0,1-1 0,0 1 0,-1-1 0,1 0 0,0 0 0,-7-5 0,-29-8 0,-35 1 0,50 10 0,0 0 0,-37-13 0,42 10 0,-1 1 0,0 1 0,-1 1 0,-31-2 0,-94 6 0,96 1 0,-100-9 0,-92-26 0,173 26 0,1 3 0,-107 6 0,58 1 0,87 0 0,-58 10 0,57-6 0,-47 2 0,8-8 0,-44 3 0,100-2 0,1 1 0,0 1 0,0 1 0,0 0 0,-23 10 0,8 1 0,19-9 0,0-1 0,0 0 0,0-1 0,0 0 0,-1 0 0,0-2 0,0 1 0,-13 0 0,-87-4 0,-17 1 0,137 0 0,-1 1 0,0 1 0,0-1 0,0 1 0,0 1 0,0-1 0,0 1 0,6 4 0,15 5 0,210 55 0,-227-64 0,30 8 0,0-3 0,1-1 0,57 2 0,749-10-1365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12:35:26.45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1 526 24575,'711'0'0,"-690"-2"0,-1 0 0,37-8 0,-35 5 0,1 1 0,25-1 0,511 3 0,-270 4 0,-270 0 0,0-1 0,36 10 0,-34-6 0,39 3 0,392-5 0,-232-5 0,-203 2 0,41 0 0,-1-2 0,84-13 0,-105 10 0,1 1 0,39 2 0,-39 2 0,-1-2 0,39-7 0,-14 1 0,-1 2 0,99 4 0,-135 2 0,-5-1 0,0-1 0,36-7 0,-44 5 0,1 2 0,1 0 0,-1 0 0,0 1 0,0 0 0,1 1 0,-1 1 0,0 0 0,19 4 0,-18-2 0,0 1 0,1-2 0,-1 0 0,0 0 0,0-2 0,1 1 0,16-3 0,-26 2 0,0-1 0,-1 1 0,1-1 0,0 0 0,-1 0 0,1-1 0,-1 1 0,1-1 0,-1 1 0,0-1 0,1 0 0,-1 0 0,0-1 0,0 1 0,-1-1 0,1 1 0,0-1 0,-1 0 0,0 0 0,1 0 0,-1 0 0,0-1 0,-1 1 0,1 0 0,-1-1 0,1 1 0,-1-1 0,0 0 0,1-6 0,2-25 0,-3 23 0,0 0 0,1 0 0,0 0 0,1 1 0,6-15 0,-2 8 0,0-1 0,-1 1 0,6-39 0,-11 48 0,0 0 0,0 0 0,-1 0 0,0 0 0,0 0 0,-1 0 0,-1 0 0,1 0 0,-2 0 0,-4-14 0,5 20 0,0 0 0,0 0 0,0 0 0,0 0 0,0 1 0,-1-1 0,1 1 0,-1 0 0,0 0 0,1 0 0,-1 0 0,0 0 0,0 0 0,-1 1 0,1 0 0,0-1 0,0 1 0,-1 0 0,1 1 0,0-1 0,-6 0 0,-9 0 0,1 0 0,-37 3 0,29-1 0,-123-1 0,-61 4 0,143 8 0,49-7 0,-1-2 0,-19 2 0,-312-2 0,179-5 0,-787 2 0,940 1 0,1 1 0,-1 0 0,-22 7 0,20-4 0,0-2 0,-22 3 0,-76-6 0,79-2 0,1 2 0,0 2 0,-57 9 0,-52 23 0,-1-7 0,98-21 0,0-2 0,-91-5 0,-38 2 0,156 2 0,1 1 0,-39 13 0,-11 2 0,13-16 0,15-2 0,6 3 0,1-1 0,-51-3 0,86 0 0,0 0 0,0 0 0,-1 0 0,1-1 0,0 1 0,0 0 0,-1 0 0,1-1 0,0 1 0,0-1 0,0 1 0,-1-1 0,1 1 0,0-1 0,0 0 0,0 1 0,0-1 0,-1-1 0,2 1 0,0 0 0,0 1 0,-1-1 0,1 1 0,0-1 0,0 0 0,0 1 0,1-1 0,-1 1 0,0-1 0,0 0 0,0 1 0,0-1 0,0 1 0,1-1 0,-1 1 0,0-1 0,1 1 0,-1-1 0,0 1 0,1-1 0,-1 1 0,0-1 0,1 1 0,-1 0 0,1-1 0,3-2 0,-1 0 0,1 0 0,0 0 0,0 1 0,0 0 0,0 0 0,1 0 0,5-2 0,182-39 0,-130 30 0,-49 11 0,-1 0 0,1-1 0,0 0 0,-1-1 0,0-1 0,0 1 0,0-2 0,0 0 0,16-11 0,-21 12 0,0 0 0,0 1 0,1 0 0,-1 0 0,1 1 0,0 0 0,0 0 0,0 1 0,1 0 0,-1 1 0,10-1 0,14 0 0,54 4 0,-29 0 0,588-1 0,-633-1 0,0 1 0,1 1 0,-1-1 0,-1 2 0,1 0 0,22 9 0,-3 2 0,33 21 0,-8-5 0,-47-24 0,0 0 0,-1 1 0,1 0 0,-1 0 0,-1 1 0,14 16 0,-13-14 0,1 0 0,0-1 0,0 0 0,16 11 0,21 6 0,14 9 0,-47-27 0,-1-1 0,1-1 0,1 0 0,-1 0 0,1-2 0,0 1 0,18 2 0,35 12 0,-38-11 0,-1-1 0,1-1 0,42 3 0,-48-7 0,-16 0 0,0 0 0,0 0 0,0 0 0,0 1 0,0-1 0,0 2 0,7 4 0,-7-4 0,0 0 0,1 0 0,-1-1 0,0 0 0,15 4 0,13-4 0,0 0 0,67-5 0,-33 0 0,-44 0 0,-1-1 0,1-1 0,-1-1 0,0-1 0,32-14 0,-26 10 0,1 0 0,52-8 0,-46 15 0,51 3 0,-57 1 0,0-1 0,54-8 0,-80 7 0,-1 0 0,1 0 0,-1-1 0,1 1 0,-1-1 0,0 0 0,5-3 0,-9 5 0,1-1 0,-1 1 0,1 0 0,0-1 0,-1 0 0,1 1 0,-1-1 0,1 1 0,-1-1 0,1 0 0,-1 1 0,0-1 0,1 0 0,-1 1 0,0-1 0,0 0 0,1 1 0,-1-1 0,0 0 0,0 0 0,0 1 0,0-1 0,0 0 0,0 0 0,0 0 0,0 1 0,0-1 0,0 0 0,0 0 0,-1 1 0,1-1 0,0 0 0,0 1 0,-1-1 0,1 0 0,-1 1 0,1-1 0,0 0 0,-1 1 0,1-1 0,-1 1 0,0-1 0,1 1 0,-1-1 0,1 1 0,-1-1 0,0 1 0,1-1 0,-1 1 0,-1-1 0,-3-2-195,0 0 0,0 1 0,0-1 0,-1 1 0,1 0 0,-7-1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12:35:14.5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2545 466 24575,'-849'0'0,"1913"0"0,-1054 0 0,-1 0 0,1-1 0,-1 0 0,0-1 0,1 0 0,-1 0 0,0 0 0,0-2 0,0 1 0,-1-1 0,1 0 0,-1-1 0,0 0 0,14-11 0,-15 12 0,-1-1 0,1 1 0,1 1 0,-1-1 0,0 1 0,1 1 0,0-1 0,0 1 0,-1 1 0,1-1 0,10 0 0,14 1 0,49 3 0,-27 1 0,43-1 0,161-4 0,-255 1 0,-1 1 0,1-1 0,0 1 0,-1-1 0,1 0 0,0 0 0,-1 0 0,1 0 0,-1-1 0,0 1 0,1-1 0,-1 1 0,0-1 0,0 0 0,0 0 0,0 0 0,0 0 0,0 0 0,-1-1 0,1 1 0,-1 0 0,1-1 0,-1 1 0,0-1 0,0 1 0,0-1 0,0 0 0,-1 1 0,1-1 0,-1-4 0,2-9 0,0-1 0,-2 1 0,0-1 0,-3-17 0,1 4 0,2-9 0,1 28 0,-1 0 0,0 0 0,-1 0 0,0 0 0,0 0 0,-6-18 0,6 27 0,0 0 0,-1-1 0,1 1 0,-1 0 0,0-1 0,0 1 0,0 0 0,0 0 0,0 1 0,0-1 0,-1 0 0,1 1 0,-1-1 0,1 1 0,-1 0 0,1 0 0,-1 0 0,0 0 0,1 0 0,-1 1 0,0-1 0,-5 0 0,-8 0 0,0 0 0,-30 4 0,25-2 0,-271 3 0,252-4 0,21-2 0,0 1 0,-36-10 0,34 6 0,-39-3 0,-245 6 0,155 3 0,130 1 0,-1 0 0,-34 8 0,32-5 0,-38 3 0,-55-8 0,-23 1 0,111 3 0,0 2 0,-28 8 0,-27 6 0,8-12 0,-1-3 0,-107-6 0,56-1 0,91 2 0,0 3 0,-56 10 0,31-5 0,-1-3 0,0-2 0,-63-6 0,16 1 0,17 3 0,-103 14 0,96-6 0,-127-6 0,137-4 0,85 1 0,0 0 0,1 0 0,-1 0 0,0 0 0,0 1 0,1 0 0,-1-1 0,0 1 0,1 1 0,-1-1 0,1 1 0,-1-1 0,1 1 0,0 0 0,-5 3 0,6-2 0,-1 0 0,1 0 0,0 0 0,0 0 0,0 1 0,1-1 0,-1 0 0,1 1 0,0-1 0,0 1 0,0 0 0,0-1 0,1 1 0,-1 0 0,1 6 0,-1 74 0,2-75 0,0-1 0,0 1 0,1 0 0,0-1 0,0 1 0,1-1 0,5 11 0,61 137 0,-54-114 0,0 3 0,-14-43 0,0 0 0,1 1 0,-1-1 0,1 0 0,0 0 0,-1 0 0,1 0 0,0 0 0,0 0 0,0 0 0,0-1 0,1 1 0,-1-1 0,4 2 0,6 2 0,0-1 0,0 0 0,1 0 0,-1-2 0,1 1 0,0-2 0,0 0 0,0 0 0,0-1 0,0-1 0,0 0 0,23-5 0,146-24 0,-112 16 0,-33 6 0,0 1 0,71-3 0,-63 10 0,-24 2 0,1-2 0,-1 0 0,0-1 0,1-2 0,-1 0 0,0-1 0,37-13 0,207-80 0,-86 54 0,-30 9 0,-104 25 0,-33 8 0,0-2 0,23-6 0,-26 4 0,-9 0 0,-19-2 0,-29 2 0,-73 5 0,-168 21 0,129-16 0,26-3 0,-55 24 0,77-12 0,75-8 0,-62 3 0,92-9 0,3-1 0,1 1 0,-1 0 0,1 0 0,-1 0 0,1 0 0,-1 1 0,1-1 0,-1 1 0,1 0 0,0 0 0,-1 1 0,1-1 0,-5 3 0,8-4 0,0 1 0,0-1 0,0 0 0,0 1 0,0-1 0,0 0 0,0 1 0,0-1 0,0 0 0,0 1 0,0-1 0,1 0 0,-1 1 0,0-1 0,0 0 0,0 1 0,0-1 0,0 0 0,1 0 0,-1 1 0,0-1 0,0 0 0,0 0 0,1 1 0,-1-1 0,0 0 0,1 0 0,-1 0 0,0 1 0,0-1 0,1 0 0,-1 0 0,0 0 0,1 0 0,-1 0 0,0 0 0,1 0 0,-1 1 0,0-1 0,1 0 0,-1 0 0,0 0 0,1 0 0,-1-1 0,0 1 0,1 0 0,19 4 0,64 2 0,114-7 0,-78-1 0,-23 1-41,9-1-137,1 4 1,166 26 0,9 34 177,-240-54 61,1-1-1,70 3 1,90-12 241,-70-1-213,-24 5-89,119-4 0,-163-11 0,-48 9 0,-1 0 0,22-1 0,292 2 0,-169 5 0,-140-1 0,-1 1 0,37 9 0,-35-6 0,0-1 0,26 1 0,143-6-1365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07:26.8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3525 55 24575,'-495'0'0,"475"1"0,0 1 0,-37 9 0,36-6 0,-1-1 0,-26 1 0,-511-4 0,270-3 0,247 2 0,-1-2 0,-63-12 0,61 8 0,0 2 0,0 2 0,-47 4 0,-64-4 0,77-10 0,-6-1 0,-16-1 0,68 8 0,-51-3 0,-30 10 0,-145 20 0,187-17 0,56-4 0,1 0 0,0 1 0,-1 0 0,1 2 0,0 0 0,0 0 0,0 1 0,-21 9 0,24-7 0,0-1 0,-1 0 0,0-1 0,0-1 0,0 0 0,-1 0 0,-18 0 0,-99-4 0,59-2 0,-37 3-1365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07:29.51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3681 112 24575,'-106'1'0,"-116"-3"0,156-11 0,49 9 0,0 0 0,-21-1 0,-44 4 0,63 3 0,1-2 0,0 0 0,-1-1 0,1 0 0,0-2 0,0 0 0,0-2 0,-28-9 0,17 2 0,0 1 0,-1 2 0,0 1 0,0 2 0,-1 0 0,0 2 0,0 2 0,-54 2 0,-585 2 0,382-3 0,277 1 0,0 0 0,0 1 0,0 1 0,0 0 0,0 0 0,0 1 0,1 0 0,-1 1 0,1 0 0,-13 8 0,14-8 0,-1 1 0,-1-1 0,1-1 0,-1 0 0,1-1 0,-1 0 0,-20 2 0,-82-6 0,53 0 0,-679 1 0,734 1 0,-1 1 0,1-1 0,0 1 0,0-1 0,-1 1 0,1 1 0,0-1 0,0 1 0,0 0 0,0 0 0,1 1 0,-1-1 0,0 1 0,-5 4 0,1-1 0,-1-2 0,1 0 0,-1 0 0,0 0 0,0-1 0,-1-1 0,1 0 0,0 0 0,-1-1 0,1 0 0,-13-1 0,7 0 0,-1 1 0,1 1 0,-31 8 0,4 2 0,-90 13 0,108-20-1365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07:30.26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465 1 24575,'-465'0'-1365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07:26.8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3525 55 24575,'-495'0'0,"475"1"0,0 1 0,-37 9 0,36-6 0,-1-1 0,-26 1 0,-511-4 0,270-3 0,247 2 0,-1-2 0,-63-12 0,61 8 0,0 2 0,0 2 0,-47 4 0,-64-4 0,77-10 0,-6-1 0,-16-1 0,68 8 0,-51-3 0,-30 10 0,-145 20 0,187-17 0,56-4 0,1 0 0,0 1 0,-1 0 0,1 2 0,0 0 0,0 0 0,0 1 0,-21 9 0,24-7 0,0-1 0,-1 0 0,0-1 0,0-1 0,0 0 0,-1 0 0,-18 0 0,-99-4 0,59-2 0,-37 3-1365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07:29.51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3681 112 24575,'-106'1'0,"-116"-3"0,156-11 0,49 9 0,0 0 0,-21-1 0,-44 4 0,63 3 0,1-2 0,0 0 0,-1-1 0,1 0 0,0-2 0,0 0 0,0-2 0,-28-9 0,17 2 0,0 1 0,-1 2 0,0 1 0,0 2 0,-1 0 0,0 2 0,0 2 0,-54 2 0,-585 2 0,382-3 0,277 1 0,0 0 0,0 1 0,0 1 0,0 0 0,0 0 0,0 1 0,1 0 0,-1 1 0,1 0 0,-13 8 0,14-8 0,-1 1 0,-1-1 0,1-1 0,-1 0 0,1-1 0,-1 0 0,-20 2 0,-82-6 0,53 0 0,-679 1 0,734 1 0,-1 1 0,1-1 0,0 1 0,0-1 0,-1 1 0,1 1 0,0-1 0,0 1 0,0 0 0,0 0 0,1 1 0,-1-1 0,0 1 0,-5 4 0,1-1 0,-1-2 0,1 0 0,-1 0 0,0 0 0,0-1 0,-1-1 0,1 0 0,0 0 0,-1-1 0,1 0 0,-13-1 0,7 0 0,-1 1 0,1 1 0,-31 8 0,4 2 0,-90 13 0,108-20-1365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7T09:07:30.26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465 1 24575,'-465'0'-1365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12:35:26.45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1 526 24575,'711'0'0,"-690"-2"0,-1 0 0,37-8 0,-35 5 0,1 1 0,25-1 0,511 3 0,-270 4 0,-270 0 0,0-1 0,36 10 0,-34-6 0,39 3 0,392-5 0,-232-5 0,-203 2 0,41 0 0,-1-2 0,84-13 0,-105 10 0,1 1 0,39 2 0,-39 2 0,-1-2 0,39-7 0,-14 1 0,-1 2 0,99 4 0,-135 2 0,-5-1 0,0-1 0,36-7 0,-44 5 0,1 2 0,1 0 0,-1 0 0,0 1 0,0 0 0,1 1 0,-1 1 0,0 0 0,19 4 0,-18-2 0,0 1 0,1-2 0,-1 0 0,0 0 0,0-2 0,1 1 0,16-3 0,-26 2 0,0-1 0,-1 1 0,1-1 0,0 0 0,-1 0 0,1-1 0,-1 1 0,1-1 0,-1 1 0,0-1 0,1 0 0,-1 0 0,0-1 0,0 1 0,-1-1 0,1 1 0,0-1 0,-1 0 0,0 0 0,1 0 0,-1 0 0,0-1 0,-1 1 0,1 0 0,-1-1 0,1 1 0,-1-1 0,0 0 0,1-6 0,2-25 0,-3 23 0,0 0 0,1 0 0,0 0 0,1 1 0,6-15 0,-2 8 0,0-1 0,-1 1 0,6-39 0,-11 48 0,0 0 0,0 0 0,-1 0 0,0 0 0,0 0 0,-1 0 0,-1 0 0,1 0 0,-2 0 0,-4-14 0,5 20 0,0 0 0,0 0 0,0 0 0,0 0 0,0 1 0,-1-1 0,1 1 0,-1 0 0,0 0 0,1 0 0,-1 0 0,0 0 0,0 0 0,-1 1 0,1 0 0,0-1 0,0 1 0,-1 0 0,1 1 0,0-1 0,-6 0 0,-9 0 0,1 0 0,-37 3 0,29-1 0,-123-1 0,-61 4 0,143 8 0,49-7 0,-1-2 0,-19 2 0,-312-2 0,179-5 0,-787 2 0,940 1 0,1 1 0,-1 0 0,-22 7 0,20-4 0,0-2 0,-22 3 0,-76-6 0,79-2 0,1 2 0,0 2 0,-57 9 0,-52 23 0,-1-7 0,98-21 0,0-2 0,-91-5 0,-38 2 0,156 2 0,1 1 0,-39 13 0,-11 2 0,13-16 0,15-2 0,6 3 0,1-1 0,-51-3 0,86 0 0,0 0 0,0 0 0,-1 0 0,1-1 0,0 1 0,0 0 0,-1 0 0,1-1 0,0 1 0,0-1 0,0 1 0,-1-1 0,1 1 0,0-1 0,0 0 0,0 1 0,0-1 0,-1-1 0,2 1 0,0 0 0,0 1 0,-1-1 0,1 1 0,0-1 0,0 0 0,0 1 0,1-1 0,-1 1 0,0-1 0,0 0 0,0 1 0,0-1 0,0 1 0,1-1 0,-1 1 0,0-1 0,1 1 0,-1-1 0,0 1 0,1-1 0,-1 1 0,0-1 0,1 1 0,-1 0 0,1-1 0,3-2 0,-1 0 0,1 0 0,0 0 0,0 1 0,0 0 0,0 0 0,1 0 0,5-2 0,182-39 0,-130 30 0,-49 11 0,-1 0 0,1-1 0,0 0 0,-1-1 0,0-1 0,0 1 0,0-2 0,0 0 0,16-11 0,-21 12 0,0 0 0,0 1 0,1 0 0,-1 0 0,1 1 0,0 0 0,0 0 0,0 1 0,1 0 0,-1 1 0,10-1 0,14 0 0,54 4 0,-29 0 0,588-1 0,-633-1 0,0 1 0,1 1 0,-1-1 0,-1 2 0,1 0 0,22 9 0,-3 2 0,33 21 0,-8-5 0,-47-24 0,0 0 0,-1 1 0,1 0 0,-1 0 0,-1 1 0,14 16 0,-13-14 0,1 0 0,0-1 0,0 0 0,16 11 0,21 6 0,14 9 0,-47-27 0,-1-1 0,1-1 0,1 0 0,-1 0 0,1-2 0,0 1 0,18 2 0,35 12 0,-38-11 0,-1-1 0,1-1 0,42 3 0,-48-7 0,-16 0 0,0 0 0,0 0 0,0 0 0,0 1 0,0-1 0,0 2 0,7 4 0,-7-4 0,0 0 0,1 0 0,-1-1 0,0 0 0,15 4 0,13-4 0,0 0 0,67-5 0,-33 0 0,-44 0 0,-1-1 0,1-1 0,-1-1 0,0-1 0,32-14 0,-26 10 0,1 0 0,52-8 0,-46 15 0,51 3 0,-57 1 0,0-1 0,54-8 0,-80 7 0,-1 0 0,1 0 0,-1-1 0,1 1 0,-1-1 0,0 0 0,5-3 0,-9 5 0,1-1 0,-1 1 0,1 0 0,0-1 0,-1 0 0,1 1 0,-1-1 0,1 1 0,-1-1 0,1 0 0,-1 1 0,0-1 0,1 0 0,-1 1 0,0-1 0,0 0 0,1 1 0,-1-1 0,0 0 0,0 0 0,0 1 0,0-1 0,0 0 0,0 0 0,0 0 0,0 1 0,0-1 0,0 0 0,0 0 0,-1 1 0,1-1 0,0 0 0,0 1 0,-1-1 0,1 0 0,-1 1 0,1-1 0,0 0 0,-1 1 0,1-1 0,-1 1 0,0-1 0,1 1 0,-1-1 0,1 1 0,-1-1 0,0 1 0,1-1 0,-1 1 0,-1-1 0,-3-2-195,0 0 0,0 1 0,0-1 0,-1 1 0,1 0 0,-7-1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12:35:26.45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1 526 24575,'711'0'0,"-690"-2"0,-1 0 0,37-8 0,-35 5 0,1 1 0,25-1 0,511 3 0,-270 4 0,-270 0 0,0-1 0,36 10 0,-34-6 0,39 3 0,392-5 0,-232-5 0,-203 2 0,41 0 0,-1-2 0,84-13 0,-105 10 0,1 1 0,39 2 0,-39 2 0,-1-2 0,39-7 0,-14 1 0,-1 2 0,99 4 0,-135 2 0,-5-1 0,0-1 0,36-7 0,-44 5 0,1 2 0,1 0 0,-1 0 0,0 1 0,0 0 0,1 1 0,-1 1 0,0 0 0,19 4 0,-18-2 0,0 1 0,1-2 0,-1 0 0,0 0 0,0-2 0,1 1 0,16-3 0,-26 2 0,0-1 0,-1 1 0,1-1 0,0 0 0,-1 0 0,1-1 0,-1 1 0,1-1 0,-1 1 0,0-1 0,1 0 0,-1 0 0,0-1 0,0 1 0,-1-1 0,1 1 0,0-1 0,-1 0 0,0 0 0,1 0 0,-1 0 0,0-1 0,-1 1 0,1 0 0,-1-1 0,1 1 0,-1-1 0,0 0 0,1-6 0,2-25 0,-3 23 0,0 0 0,1 0 0,0 0 0,1 1 0,6-15 0,-2 8 0,0-1 0,-1 1 0,6-39 0,-11 48 0,0 0 0,0 0 0,-1 0 0,0 0 0,0 0 0,-1 0 0,-1 0 0,1 0 0,-2 0 0,-4-14 0,5 20 0,0 0 0,0 0 0,0 0 0,0 0 0,0 1 0,-1-1 0,1 1 0,-1 0 0,0 0 0,1 0 0,-1 0 0,0 0 0,0 0 0,-1 1 0,1 0 0,0-1 0,0 1 0,-1 0 0,1 1 0,0-1 0,-6 0 0,-9 0 0,1 0 0,-37 3 0,29-1 0,-123-1 0,-61 4 0,143 8 0,49-7 0,-1-2 0,-19 2 0,-312-2 0,179-5 0,-787 2 0,940 1 0,1 1 0,-1 0 0,-22 7 0,20-4 0,0-2 0,-22 3 0,-76-6 0,79-2 0,1 2 0,0 2 0,-57 9 0,-52 23 0,-1-7 0,98-21 0,0-2 0,-91-5 0,-38 2 0,156 2 0,1 1 0,-39 13 0,-11 2 0,13-16 0,15-2 0,6 3 0,1-1 0,-51-3 0,86 0 0,0 0 0,0 0 0,-1 0 0,1-1 0,0 1 0,0 0 0,-1 0 0,1-1 0,0 1 0,0-1 0,0 1 0,-1-1 0,1 1 0,0-1 0,0 0 0,0 1 0,0-1 0,-1-1 0,2 1 0,0 0 0,0 1 0,-1-1 0,1 1 0,0-1 0,0 0 0,0 1 0,1-1 0,-1 1 0,0-1 0,0 0 0,0 1 0,0-1 0,0 1 0,1-1 0,-1 1 0,0-1 0,1 1 0,-1-1 0,0 1 0,1-1 0,-1 1 0,0-1 0,1 1 0,-1 0 0,1-1 0,3-2 0,-1 0 0,1 0 0,0 0 0,0 1 0,0 0 0,0 0 0,1 0 0,5-2 0,182-39 0,-130 30 0,-49 11 0,-1 0 0,1-1 0,0 0 0,-1-1 0,0-1 0,0 1 0,0-2 0,0 0 0,16-11 0,-21 12 0,0 0 0,0 1 0,1 0 0,-1 0 0,1 1 0,0 0 0,0 0 0,0 1 0,1 0 0,-1 1 0,10-1 0,14 0 0,54 4 0,-29 0 0,588-1 0,-633-1 0,0 1 0,1 1 0,-1-1 0,-1 2 0,1 0 0,22 9 0,-3 2 0,33 21 0,-8-5 0,-47-24 0,0 0 0,-1 1 0,1 0 0,-1 0 0,-1 1 0,14 16 0,-13-14 0,1 0 0,0-1 0,0 0 0,16 11 0,21 6 0,14 9 0,-47-27 0,-1-1 0,1-1 0,1 0 0,-1 0 0,1-2 0,0 1 0,18 2 0,35 12 0,-38-11 0,-1-1 0,1-1 0,42 3 0,-48-7 0,-16 0 0,0 0 0,0 0 0,0 0 0,0 1 0,0-1 0,0 2 0,7 4 0,-7-4 0,0 0 0,1 0 0,-1-1 0,0 0 0,15 4 0,13-4 0,0 0 0,67-5 0,-33 0 0,-44 0 0,-1-1 0,1-1 0,-1-1 0,0-1 0,32-14 0,-26 10 0,1 0 0,52-8 0,-46 15 0,51 3 0,-57 1 0,0-1 0,54-8 0,-80 7 0,-1 0 0,1 0 0,-1-1 0,1 1 0,-1-1 0,0 0 0,5-3 0,-9 5 0,1-1 0,-1 1 0,1 0 0,0-1 0,-1 0 0,1 1 0,-1-1 0,1 1 0,-1-1 0,1 0 0,-1 1 0,0-1 0,1 0 0,-1 1 0,0-1 0,0 0 0,1 1 0,-1-1 0,0 0 0,0 0 0,0 1 0,0-1 0,0 0 0,0 0 0,0 0 0,0 1 0,0-1 0,0 0 0,0 0 0,-1 1 0,1-1 0,0 0 0,0 1 0,-1-1 0,1 0 0,-1 1 0,1-1 0,0 0 0,-1 1 0,1-1 0,-1 1 0,0-1 0,1 1 0,-1-1 0,1 1 0,-1-1 0,0 1 0,1-1 0,-1 1 0,-1-1 0,-3-2-195,0 0 0,0 1 0,0-1 0,-1 1 0,1 0 0,-7-1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12:35:14.5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2545 466 24575,'-849'0'0,"1913"0"0,-1054 0 0,-1 0 0,1-1 0,-1 0 0,0-1 0,1 0 0,-1 0 0,0 0 0,0-2 0,0 1 0,-1-1 0,1 0 0,-1-1 0,0 0 0,14-11 0,-15 12 0,-1-1 0,1 1 0,1 1 0,-1-1 0,0 1 0,1 1 0,0-1 0,0 1 0,-1 1 0,1-1 0,10 0 0,14 1 0,49 3 0,-27 1 0,43-1 0,161-4 0,-255 1 0,-1 1 0,1-1 0,0 1 0,-1-1 0,1 0 0,0 0 0,-1 0 0,1 0 0,-1-1 0,0 1 0,1-1 0,-1 1 0,0-1 0,0 0 0,0 0 0,0 0 0,0 0 0,0 0 0,-1-1 0,1 1 0,-1 0 0,1-1 0,-1 1 0,0-1 0,0 1 0,0-1 0,0 0 0,-1 1 0,1-1 0,-1-4 0,2-9 0,0-1 0,-2 1 0,0-1 0,-3-17 0,1 4 0,2-9 0,1 28 0,-1 0 0,0 0 0,-1 0 0,0 0 0,0 0 0,-6-18 0,6 27 0,0 0 0,-1-1 0,1 1 0,-1 0 0,0-1 0,0 1 0,0 0 0,0 0 0,0 1 0,0-1 0,-1 0 0,1 1 0,-1-1 0,1 1 0,-1 0 0,1 0 0,-1 0 0,0 0 0,1 0 0,-1 1 0,0-1 0,-5 0 0,-8 0 0,0 0 0,-30 4 0,25-2 0,-271 3 0,252-4 0,21-2 0,0 1 0,-36-10 0,34 6 0,-39-3 0,-245 6 0,155 3 0,130 1 0,-1 0 0,-34 8 0,32-5 0,-38 3 0,-55-8 0,-23 1 0,111 3 0,0 2 0,-28 8 0,-27 6 0,8-12 0,-1-3 0,-107-6 0,56-1 0,91 2 0,0 3 0,-56 10 0,31-5 0,-1-3 0,0-2 0,-63-6 0,16 1 0,17 3 0,-103 14 0,96-6 0,-127-6 0,137-4 0,85 1 0,0 0 0,1 0 0,-1 0 0,0 0 0,0 1 0,1 0 0,-1-1 0,0 1 0,1 1 0,-1-1 0,1 1 0,-1-1 0,1 1 0,0 0 0,-5 3 0,6-2 0,-1 0 0,1 0 0,0 0 0,0 0 0,0 1 0,1-1 0,-1 0 0,1 1 0,0-1 0,0 1 0,0 0 0,0-1 0,1 1 0,-1 0 0,1 6 0,-1 74 0,2-75 0,0-1 0,0 1 0,1 0 0,0-1 0,0 1 0,1-1 0,5 11 0,61 137 0,-54-114 0,0 3 0,-14-43 0,0 0 0,1 1 0,-1-1 0,1 0 0,0 0 0,-1 0 0,1 0 0,0 0 0,0 0 0,0 0 0,0-1 0,1 1 0,-1-1 0,4 2 0,6 2 0,0-1 0,0 0 0,1 0 0,-1-2 0,1 1 0,0-2 0,0 0 0,0 0 0,0-1 0,0-1 0,0 0 0,23-5 0,146-24 0,-112 16 0,-33 6 0,0 1 0,71-3 0,-63 10 0,-24 2 0,1-2 0,-1 0 0,0-1 0,1-2 0,-1 0 0,0-1 0,37-13 0,207-80 0,-86 54 0,-30 9 0,-104 25 0,-33 8 0,0-2 0,23-6 0,-26 4 0,-9 0 0,-19-2 0,-29 2 0,-73 5 0,-168 21 0,129-16 0,26-3 0,-55 24 0,77-12 0,75-8 0,-62 3 0,92-9 0,3-1 0,1 1 0,-1 0 0,1 0 0,-1 0 0,1 0 0,-1 1 0,1-1 0,-1 1 0,1 0 0,0 0 0,-1 1 0,1-1 0,-5 3 0,8-4 0,0 1 0,0-1 0,0 0 0,0 1 0,0-1 0,0 0 0,0 1 0,0-1 0,0 0 0,0 1 0,0-1 0,1 0 0,-1 1 0,0-1 0,0 0 0,0 1 0,0-1 0,0 0 0,1 0 0,-1 1 0,0-1 0,0 0 0,0 0 0,1 1 0,-1-1 0,0 0 0,1 0 0,-1 0 0,0 1 0,0-1 0,1 0 0,-1 0 0,0 0 0,1 0 0,-1 0 0,0 0 0,1 0 0,-1 1 0,0-1 0,1 0 0,-1 0 0,0 0 0,1 0 0,-1-1 0,0 1 0,1 0 0,19 4 0,64 2 0,114-7 0,-78-1 0,-23 1-41,9-1-137,1 4 1,166 26 0,9 34 177,-240-54 61,1-1-1,70 3 1,90-12 241,-70-1-213,-24 5-89,119-4 0,-163-11 0,-48 9 0,-1 0 0,22-1 0,292 2 0,-169 5 0,-140-1 0,-1 1 0,37 9 0,-35-6 0,0-1 0,26 1 0,143-6-1365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12:35:14.5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2545 466 24575,'-849'0'0,"1913"0"0,-1054 0 0,-1 0 0,1-1 0,-1 0 0,0-1 0,1 0 0,-1 0 0,0 0 0,0-2 0,0 1 0,-1-1 0,1 0 0,-1-1 0,0 0 0,14-11 0,-15 12 0,-1-1 0,1 1 0,1 1 0,-1-1 0,0 1 0,1 1 0,0-1 0,0 1 0,-1 1 0,1-1 0,10 0 0,14 1 0,49 3 0,-27 1 0,43-1 0,161-4 0,-255 1 0,-1 1 0,1-1 0,0 1 0,-1-1 0,1 0 0,0 0 0,-1 0 0,1 0 0,-1-1 0,0 1 0,1-1 0,-1 1 0,0-1 0,0 0 0,0 0 0,0 0 0,0 0 0,0 0 0,-1-1 0,1 1 0,-1 0 0,1-1 0,-1 1 0,0-1 0,0 1 0,0-1 0,0 0 0,-1 1 0,1-1 0,-1-4 0,2-9 0,0-1 0,-2 1 0,0-1 0,-3-17 0,1 4 0,2-9 0,1 28 0,-1 0 0,0 0 0,-1 0 0,0 0 0,0 0 0,-6-18 0,6 27 0,0 0 0,-1-1 0,1 1 0,-1 0 0,0-1 0,0 1 0,0 0 0,0 0 0,0 1 0,0-1 0,-1 0 0,1 1 0,-1-1 0,1 1 0,-1 0 0,1 0 0,-1 0 0,0 0 0,1 0 0,-1 1 0,0-1 0,-5 0 0,-8 0 0,0 0 0,-30 4 0,25-2 0,-271 3 0,252-4 0,21-2 0,0 1 0,-36-10 0,34 6 0,-39-3 0,-245 6 0,155 3 0,130 1 0,-1 0 0,-34 8 0,32-5 0,-38 3 0,-55-8 0,-23 1 0,111 3 0,0 2 0,-28 8 0,-27 6 0,8-12 0,-1-3 0,-107-6 0,56-1 0,91 2 0,0 3 0,-56 10 0,31-5 0,-1-3 0,0-2 0,-63-6 0,16 1 0,17 3 0,-103 14 0,96-6 0,-127-6 0,137-4 0,85 1 0,0 0 0,1 0 0,-1 0 0,0 0 0,0 1 0,1 0 0,-1-1 0,0 1 0,1 1 0,-1-1 0,1 1 0,-1-1 0,1 1 0,0 0 0,-5 3 0,6-2 0,-1 0 0,1 0 0,0 0 0,0 0 0,0 1 0,1-1 0,-1 0 0,1 1 0,0-1 0,0 1 0,0 0 0,0-1 0,1 1 0,-1 0 0,1 6 0,-1 74 0,2-75 0,0-1 0,0 1 0,1 0 0,0-1 0,0 1 0,1-1 0,5 11 0,61 137 0,-54-114 0,0 3 0,-14-43 0,0 0 0,1 1 0,-1-1 0,1 0 0,0 0 0,-1 0 0,1 0 0,0 0 0,0 0 0,0 0 0,0-1 0,1 1 0,-1-1 0,4 2 0,6 2 0,0-1 0,0 0 0,1 0 0,-1-2 0,1 1 0,0-2 0,0 0 0,0 0 0,0-1 0,0-1 0,0 0 0,23-5 0,146-24 0,-112 16 0,-33 6 0,0 1 0,71-3 0,-63 10 0,-24 2 0,1-2 0,-1 0 0,0-1 0,1-2 0,-1 0 0,0-1 0,37-13 0,207-80 0,-86 54 0,-30 9 0,-104 25 0,-33 8 0,0-2 0,23-6 0,-26 4 0,-9 0 0,-19-2 0,-29 2 0,-73 5 0,-168 21 0,129-16 0,26-3 0,-55 24 0,77-12 0,75-8 0,-62 3 0,92-9 0,3-1 0,1 1 0,-1 0 0,1 0 0,-1 0 0,1 0 0,-1 1 0,1-1 0,-1 1 0,1 0 0,0 0 0,-1 1 0,1-1 0,-5 3 0,8-4 0,0 1 0,0-1 0,0 0 0,0 1 0,0-1 0,0 0 0,0 1 0,0-1 0,0 0 0,0 1 0,0-1 0,1 0 0,-1 1 0,0-1 0,0 0 0,0 1 0,0-1 0,0 0 0,1 0 0,-1 1 0,0-1 0,0 0 0,0 0 0,1 1 0,-1-1 0,0 0 0,1 0 0,-1 0 0,0 1 0,0-1 0,1 0 0,-1 0 0,0 0 0,1 0 0,-1 0 0,0 0 0,1 0 0,-1 1 0,0-1 0,1 0 0,-1 0 0,0 0 0,1 0 0,-1-1 0,0 1 0,1 0 0,19 4 0,64 2 0,114-7 0,-78-1 0,-23 1-41,9-1-137,1 4 1,166 26 0,9 34 177,-240-54 61,1-1-1,70 3 1,90-12 241,-70-1-213,-24 5-89,119-4 0,-163-11 0,-48 9 0,-1 0 0,22-1 0,292 2 0,-169 5 0,-140-1 0,-1 1 0,37 9 0,-35-6 0,0-1 0,26 1 0,143-6-1365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7T12:35:14.5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2545 466 24575,'-849'0'0,"1913"0"0,-1054 0 0,-1 0 0,1-1 0,-1 0 0,0-1 0,1 0 0,-1 0 0,0 0 0,0-2 0,0 1 0,-1-1 0,1 0 0,-1-1 0,0 0 0,14-11 0,-15 12 0,-1-1 0,1 1 0,1 1 0,-1-1 0,0 1 0,1 1 0,0-1 0,0 1 0,-1 1 0,1-1 0,10 0 0,14 1 0,49 3 0,-27 1 0,43-1 0,161-4 0,-255 1 0,-1 1 0,1-1 0,0 1 0,-1-1 0,1 0 0,0 0 0,-1 0 0,1 0 0,-1-1 0,0 1 0,1-1 0,-1 1 0,0-1 0,0 0 0,0 0 0,0 0 0,0 0 0,0 0 0,-1-1 0,1 1 0,-1 0 0,1-1 0,-1 1 0,0-1 0,0 1 0,0-1 0,0 0 0,-1 1 0,1-1 0,-1-4 0,2-9 0,0-1 0,-2 1 0,0-1 0,-3-17 0,1 4 0,2-9 0,1 28 0,-1 0 0,0 0 0,-1 0 0,0 0 0,0 0 0,-6-18 0,6 27 0,0 0 0,-1-1 0,1 1 0,-1 0 0,0-1 0,0 1 0,0 0 0,0 0 0,0 1 0,0-1 0,-1 0 0,1 1 0,-1-1 0,1 1 0,-1 0 0,1 0 0,-1 0 0,0 0 0,1 0 0,-1 1 0,0-1 0,-5 0 0,-8 0 0,0 0 0,-30 4 0,25-2 0,-271 3 0,252-4 0,21-2 0,0 1 0,-36-10 0,34 6 0,-39-3 0,-245 6 0,155 3 0,130 1 0,-1 0 0,-34 8 0,32-5 0,-38 3 0,-55-8 0,-23 1 0,111 3 0,0 2 0,-28 8 0,-27 6 0,8-12 0,-1-3 0,-107-6 0,56-1 0,91 2 0,0 3 0,-56 10 0,31-5 0,-1-3 0,0-2 0,-63-6 0,16 1 0,17 3 0,-103 14 0,96-6 0,-127-6 0,137-4 0,85 1 0,0 0 0,1 0 0,-1 0 0,0 0 0,0 1 0,1 0 0,-1-1 0,0 1 0,1 1 0,-1-1 0,1 1 0,-1-1 0,1 1 0,0 0 0,-5 3 0,6-2 0,-1 0 0,1 0 0,0 0 0,0 0 0,0 1 0,1-1 0,-1 0 0,1 1 0,0-1 0,0 1 0,0 0 0,0-1 0,1 1 0,-1 0 0,1 6 0,-1 74 0,2-75 0,0-1 0,0 1 0,1 0 0,0-1 0,0 1 0,1-1 0,5 11 0,61 137 0,-54-114 0,0 3 0,-14-43 0,0 0 0,1 1 0,-1-1 0,1 0 0,0 0 0,-1 0 0,1 0 0,0 0 0,0 0 0,0 0 0,0-1 0,1 1 0,-1-1 0,4 2 0,6 2 0,0-1 0,0 0 0,1 0 0,-1-2 0,1 1 0,0-2 0,0 0 0,0 0 0,0-1 0,0-1 0,0 0 0,23-5 0,146-24 0,-112 16 0,-33 6 0,0 1 0,71-3 0,-63 10 0,-24 2 0,1-2 0,-1 0 0,0-1 0,1-2 0,-1 0 0,0-1 0,37-13 0,207-80 0,-86 54 0,-30 9 0,-104 25 0,-33 8 0,0-2 0,23-6 0,-26 4 0,-9 0 0,-19-2 0,-29 2 0,-73 5 0,-168 21 0,129-16 0,26-3 0,-55 24 0,77-12 0,75-8 0,-62 3 0,92-9 0,3-1 0,1 1 0,-1 0 0,1 0 0,-1 0 0,1 0 0,-1 1 0,1-1 0,-1 1 0,1 0 0,0 0 0,-1 1 0,1-1 0,-5 3 0,8-4 0,0 1 0,0-1 0,0 0 0,0 1 0,0-1 0,0 0 0,0 1 0,0-1 0,0 0 0,0 1 0,0-1 0,1 0 0,-1 1 0,0-1 0,0 0 0,0 1 0,0-1 0,0 0 0,1 0 0,-1 1 0,0-1 0,0 0 0,0 0 0,1 1 0,-1-1 0,0 0 0,1 0 0,-1 0 0,0 1 0,0-1 0,1 0 0,-1 0 0,0 0 0,1 0 0,-1 0 0,0 0 0,1 0 0,-1 1 0,0-1 0,1 0 0,-1 0 0,0 0 0,1 0 0,-1-1 0,0 1 0,1 0 0,19 4 0,64 2 0,114-7 0,-78-1 0,-23 1-41,9-1-137,1 4 1,166 26 0,9 34 177,-240-54 61,1-1-1,70 3 1,90-12 241,-70-1-213,-24 5-89,119-4 0,-163-11 0,-48 9 0,-1 0 0,22-1 0,292 2 0,-169 5 0,-140-1 0,-1 1 0,37 9 0,-35-6 0,0-1 0,26 1 0,143-6-1365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12:59:19.66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62 497 24575,'90'1'0,"7"0"0,125-14 0,-158 4 0,64-8 0,171-3 0,-223 21 0,-5 1 0,141-14 0,-96 0 0,223 6 0,-194 8 0,-124-4 0,0 0 0,0-2 0,0 0 0,35-12 0,-38 10 0,0 0 0,1 2 0,-1 0 0,1 1 0,0 1 0,27 0 0,119 4 0,-47 10 0,66 2 0,-163-13 0,1 1 0,33 9 0,-32-7 0,0 0 0,23 1 0,82 9 0,4-1 0,14-15 0,76 4 0,-194 6 0,-21-2 0,-19 1 0,-12-3 0,-1-1 0,0-1 0,0 0 0,-43-5 0,8 1 0,-463 2 0,493 1 0,0 2 0,-30 7 0,-41 3 0,-340-10 0,228-5 0,-590 2 0,775 1 0,1 2 0,-32 7 0,30-5 0,-47 4 0,37-6 0,-39 7 0,42-4 0,-56 2 0,-455-9 0,543 2 0,0-1 0,0 0 0,0-1 0,0 1 0,0-1 0,0 1 0,1-1 0,-1-1 0,0 1 0,0 0 0,1-1 0,-1 0 0,1 1 0,-6-5 0,6 3 0,1 0 0,0 0 0,-1 0 0,1 0 0,1 0 0,-1 0 0,0-1 0,1 1 0,0-1 0,0 1 0,0-1 0,0 1 0,0-1 0,1 0 0,0 1 0,-1-6 0,0-16 0,2-40 0,0 57 0,0 0 0,1 0 0,-1 0 0,1 1 0,1-1 0,-1 0 0,2 1 0,-1 0 0,5-8 0,-3 6 0,0-1 0,0 0 0,-1 1 0,0-1 0,-1-1 0,0 1 0,0 0 0,0-13 0,-2 20 0,-1 0 0,1 1 0,-1-1 0,1 0 0,0 1 0,0-1 0,0 1 0,0-1 0,1 1 0,-1 0 0,1-1 0,-1 1 0,1 0 0,0 0 0,0 0 0,0 0 0,0 0 0,0 1 0,0-1 0,1 1 0,-1-1 0,0 1 0,1 0 0,-1 0 0,1 0 0,-1 0 0,1 0 0,0 1 0,-1-1 0,1 1 0,4-1 0,7 1 0,1 1 0,-1 0 0,0 1 0,0 1 0,14 3 0,10 3 0,183 45 0,-200-49 0,40 15 0,-35-10 0,1-2 0,47 8 0,88 9 0,58 7 0,-154-27 0,0-3 0,74-8 0,-138 6 0,0 0 0,1 0 0,-1 0 0,0-1 0,1 1 0,-1-1 0,0 0 0,0 0 0,0 1 0,0-2 0,1 1 0,-1 0 0,-1 0 0,1 0 0,0-1 0,0 1 0,0-1 0,1-2 0,-2 2 0,0 0 0,0 0 0,0 1 0,0-1 0,-1 0 0,1 0 0,-1 0 0,0 0 0,1 0 0,-1 0 0,0 0 0,0 0 0,0 0 0,-1 0 0,1 0 0,0 0 0,-1-2 0,-1-3 0,-1 1 0,1 0 0,-1 1 0,0-1 0,0 0 0,-1 1 0,0 0 0,0 0 0,0 0 0,0 0 0,-1 1 0,-6-6 0,3 5 0,-1 0 0,0 0 0,0 1 0,-1 0 0,-11-3 0,-33-15 0,27 7 0,-2 2 0,0 1 0,-1 1 0,0 1 0,0 2 0,-1 1 0,0 1 0,0 2 0,-42-1 0,-25 6 0,795-2 0,-330 3 0,573-2 0,-897-2 0,58-10 0,-58 5 0,54-1 0,-66 9 0,1-2 0,0-2 0,46-9 0,-36 5 0,0 2 0,0 2 0,1 2 0,43 4 0,4-1 0,-86-2 0,0 0 0,0 0 0,0 0 0,0 1 0,-1-1 0,1 1 0,0 0 0,0 0 0,0 0 0,-1 1 0,1 0 0,0-1 0,-1 1 0,6 4 0,-7-3 0,1-1 0,-1 1 0,0 0 0,0 0 0,0 1 0,-1-1 0,1 0 0,-1 1 0,0-1 0,0 0 0,0 1 0,0 0 0,0-1 0,-1 1 0,0-1 0,1 6 0,-4 89 0,1-76 0,1 1 0,1 0 0,0 0 0,2-1 0,7 35 0,11 46 0,-6-23 0,-11-70 0,-1-1 0,-1 0 0,1 1 0,-2-1 0,0 15 0,0-22 0,0 0 0,0 1 0,-1-1 0,0 1 0,1-1 0,-1 0 0,0 0 0,0 1 0,0-1 0,-1 0 0,1 0 0,0 0 0,-1 0 0,1 0 0,-1-1 0,0 1 0,1 0 0,-1-1 0,0 1 0,0-1 0,0 0 0,0 1 0,-1-1 0,1 0 0,0 0 0,-4 1 0,-11 1-42,0 1 0,-1-2 1,1 0-1,-1-2 0,0 1 0,-23-4 0,12 1-1030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5F854-E2CE-6F4E-A0CF-CB175674CF4C}" type="datetimeFigureOut">
              <a:rPr lang="en-US" smtClean="0"/>
              <a:t>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111EE-B1CE-3F40-8B0E-AB6A92B854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4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3FC718-B8CE-F1D3-172D-F2AFF60B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FA7D1EE-F7A3-C012-E69E-F1EF89E84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40B30AB-23D1-6700-94DC-10E283C69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6CB4901-53A9-F38E-0EFD-32CB52A2E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09A2D2-0499-D44E-53DE-73910FAD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6EE6B11-140E-CACB-7A83-16539DA20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9DE601F-E733-28E8-B228-7E0A91922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2D92E1-5786-A099-2E43-FBF1A67C6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18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F7F1F8-3189-24C6-A474-DE6D8F47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39532FF-AFFE-0E94-4814-0ACE06528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D6A1471-2828-EC2C-9872-6318449A7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0A68CD-B57B-96D7-7C6E-276F6F9AD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49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AF19DE-1C29-66D8-A99A-DB9C445E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444C971-214B-609A-327A-C4C839994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02603DA-32DD-11A5-AA37-7745EE4C6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210E2E0-B410-82CA-23C3-57232ABBF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23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A765286-C143-558A-899B-3A9479E1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70E86C1-B59C-758A-AFD6-1B03006B9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322E2BE-8C85-ED36-56F7-CE56C058F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8F8F466-4CDF-0542-6A2A-9455FA916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25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CAC3E9-497E-4EB3-F634-AADA496F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DE06FA1-B8BE-1F7A-7F94-39EA72264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D35BA24-2E74-62D0-DE1D-130A8999D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D4FEAB-DB7F-CFBA-0CCB-18C567E24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39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שקופית כותרת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8669" y="854538"/>
            <a:ext cx="4567608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5400" spc="-50" baseline="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1440" y="4429842"/>
            <a:ext cx="4567608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6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xmlns="" id="{C28A7DB8-FEA5-5A4A-85DF-FA1ADFB3EF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3721" y="-19458"/>
            <a:ext cx="7261837" cy="6877457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993491 w 8464509"/>
              <a:gd name="connsiteY6" fmla="*/ 19455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8464509 w 8464509"/>
              <a:gd name="connsiteY2" fmla="*/ 0 h 6858000"/>
              <a:gd name="connsiteX3" fmla="*/ 8464509 w 8464509"/>
              <a:gd name="connsiteY3" fmla="*/ 6858000 h 6858000"/>
              <a:gd name="connsiteX4" fmla="*/ 0 w 8464509"/>
              <a:gd name="connsiteY4" fmla="*/ 6858000 h 6858000"/>
              <a:gd name="connsiteX5" fmla="*/ 3993491 w 8464509"/>
              <a:gd name="connsiteY5" fmla="*/ 19455 h 6858000"/>
              <a:gd name="connsiteX0" fmla="*/ 3993491 w 8464509"/>
              <a:gd name="connsiteY0" fmla="*/ 19455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3993491 w 8464509"/>
              <a:gd name="connsiteY4" fmla="*/ 19455 h 6858000"/>
              <a:gd name="connsiteX0" fmla="*/ 4061557 w 8464509"/>
              <a:gd name="connsiteY0" fmla="*/ 0 h 6858001"/>
              <a:gd name="connsiteX1" fmla="*/ 8464509 w 8464509"/>
              <a:gd name="connsiteY1" fmla="*/ 1 h 6858001"/>
              <a:gd name="connsiteX2" fmla="*/ 8464509 w 8464509"/>
              <a:gd name="connsiteY2" fmla="*/ 6858001 h 6858001"/>
              <a:gd name="connsiteX3" fmla="*/ 0 w 8464509"/>
              <a:gd name="connsiteY3" fmla="*/ 6858001 h 6858001"/>
              <a:gd name="connsiteX4" fmla="*/ 4061557 w 8464509"/>
              <a:gd name="connsiteY4" fmla="*/ 0 h 6858001"/>
              <a:gd name="connsiteX0" fmla="*/ 5059852 w 8464509"/>
              <a:gd name="connsiteY0" fmla="*/ 19454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5059852 w 8464509"/>
              <a:gd name="connsiteY4" fmla="*/ 19454 h 6858000"/>
              <a:gd name="connsiteX0" fmla="*/ 4061557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61557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43986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8658"/>
              <a:gd name="connsiteY0" fmla="*/ 0 h 6877457"/>
              <a:gd name="connsiteX1" fmla="*/ 8468658 w 8468658"/>
              <a:gd name="connsiteY1" fmla="*/ 12341 h 6877457"/>
              <a:gd name="connsiteX2" fmla="*/ 8464509 w 8468658"/>
              <a:gd name="connsiteY2" fmla="*/ 6877457 h 6877457"/>
              <a:gd name="connsiteX3" fmla="*/ 0 w 8468658"/>
              <a:gd name="connsiteY3" fmla="*/ 6877457 h 6877457"/>
              <a:gd name="connsiteX4" fmla="*/ 4040810 w 8468658"/>
              <a:gd name="connsiteY4" fmla="*/ 0 h 68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8658" h="6877457">
                <a:moveTo>
                  <a:pt x="4040810" y="0"/>
                </a:moveTo>
                <a:lnTo>
                  <a:pt x="8468658" y="12341"/>
                </a:lnTo>
                <a:lnTo>
                  <a:pt x="8464509" y="6877457"/>
                </a:lnTo>
                <a:lnTo>
                  <a:pt x="0" y="6877457"/>
                </a:lnTo>
                <a:lnTo>
                  <a:pt x="404081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xmlns="" id="{6A021AF7-4044-A644-8DB8-495F263390D0}"/>
              </a:ext>
            </a:extLst>
          </p:cNvPr>
          <p:cNvSpPr/>
          <p:nvPr userDrawn="1"/>
        </p:nvSpPr>
        <p:spPr>
          <a:xfrm rot="10800000">
            <a:off x="4933721" y="267867"/>
            <a:ext cx="3031755" cy="3031755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xmlns="" id="{D2DFDB14-A8D5-F944-A91C-960A5C2F22AF}"/>
              </a:ext>
            </a:extLst>
          </p:cNvPr>
          <p:cNvSpPr/>
          <p:nvPr userDrawn="1"/>
        </p:nvSpPr>
        <p:spPr>
          <a:xfrm>
            <a:off x="-22175" y="5596959"/>
            <a:ext cx="1261040" cy="1261040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xmlns="" id="{B7735FBC-8FBF-9947-B380-14D44D2206B1}"/>
              </a:ext>
            </a:extLst>
          </p:cNvPr>
          <p:cNvSpPr/>
          <p:nvPr userDrawn="1"/>
        </p:nvSpPr>
        <p:spPr>
          <a:xfrm rot="10800000">
            <a:off x="184302" y="236698"/>
            <a:ext cx="519337" cy="519337"/>
          </a:xfrm>
          <a:prstGeom prst="triangle">
            <a:avLst/>
          </a:prstGeom>
          <a:pattFill prst="dk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xmlns="" id="{17B7C303-8734-B141-AF0D-2945DA349FBD}"/>
              </a:ext>
            </a:extLst>
          </p:cNvPr>
          <p:cNvSpPr/>
          <p:nvPr userDrawn="1"/>
        </p:nvSpPr>
        <p:spPr>
          <a:xfrm>
            <a:off x="4414384" y="5795386"/>
            <a:ext cx="519337" cy="519337"/>
          </a:xfrm>
          <a:prstGeom prst="triangle">
            <a:avLst/>
          </a:prstGeom>
          <a:pattFill prst="wdUpDiag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xmlns="" id="{67914AE0-93F2-8346-B885-5734D2B694B2}"/>
              </a:ext>
            </a:extLst>
          </p:cNvPr>
          <p:cNvSpPr/>
          <p:nvPr userDrawn="1"/>
        </p:nvSpPr>
        <p:spPr>
          <a:xfrm rot="5400000">
            <a:off x="-48606" y="3035784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6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orizont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FFCAC17-2511-3D4F-A318-B241447A2C02}"/>
              </a:ext>
            </a:extLst>
          </p:cNvPr>
          <p:cNvSpPr/>
          <p:nvPr userDrawn="1"/>
        </p:nvSpPr>
        <p:spPr>
          <a:xfrm>
            <a:off x="413825" y="2941613"/>
            <a:ext cx="11364350" cy="3432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C13F5538-7999-A74B-BCB7-A96C8DBC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280546"/>
            <a:ext cx="10452848" cy="179107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xmlns="" id="{DE5056B4-56A3-6E40-92E1-FA33B5C8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fld id="{4BE1D723-8F53-4F53-90B0-1982A396982E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xmlns="" id="{A47DE6D7-793F-C846-8A00-3061847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xmlns="" id="{B4C61174-2D39-E640-8A16-DCE65554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Title 9">
            <a:extLst>
              <a:ext uri="{FF2B5EF4-FFF2-40B4-BE49-F238E27FC236}">
                <a16:creationId xmlns:a16="http://schemas.microsoft.com/office/drawing/2014/main" xmlns="" id="{13596EE0-A679-3B49-BA9A-D5C79B0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3143154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xmlns="" id="{3E931B03-E301-6D48-8377-B08DA6C95F0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xmlns="" id="{249401AC-F116-8B4C-A1A0-CF88B63E549B}"/>
              </a:ext>
            </a:extLst>
          </p:cNvPr>
          <p:cNvSpPr/>
          <p:nvPr userDrawn="1"/>
        </p:nvSpPr>
        <p:spPr>
          <a:xfrm rot="5400000">
            <a:off x="-48606" y="33345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8A3226FF-244B-B540-ABAC-5C0E3DE310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824" y="483782"/>
            <a:ext cx="11365992" cy="2457856"/>
          </a:xfrm>
          <a:solidFill>
            <a:schemeClr val="accent1"/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4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ני תכנים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4534616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xmlns="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rgbClr val="C5AE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xmlns="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xmlns="" id="{F5D5DA7E-149B-BB4E-918D-C5FF23087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7491" y="0"/>
            <a:ext cx="8464509" cy="6858000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4509" h="6858000">
                <a:moveTo>
                  <a:pt x="3426278" y="0"/>
                </a:moveTo>
                <a:lnTo>
                  <a:pt x="3440072" y="37000"/>
                </a:lnTo>
                <a:lnTo>
                  <a:pt x="3440072" y="0"/>
                </a:lnTo>
                <a:lnTo>
                  <a:pt x="8464509" y="0"/>
                </a:lnTo>
                <a:lnTo>
                  <a:pt x="8464509" y="6858000"/>
                </a:lnTo>
                <a:lnTo>
                  <a:pt x="0" y="6858000"/>
                </a:lnTo>
                <a:lnTo>
                  <a:pt x="3426278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xmlns="" id="{BEBB0DCE-DD71-FF40-B471-A617514321E6}"/>
              </a:ext>
            </a:extLst>
          </p:cNvPr>
          <p:cNvSpPr/>
          <p:nvPr userDrawn="1"/>
        </p:nvSpPr>
        <p:spPr>
          <a:xfrm rot="10800000">
            <a:off x="5869115" y="4530"/>
            <a:ext cx="911753" cy="91175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xmlns="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xmlns="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3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xmlns="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xmlns="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3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xmlns="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xmlns="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913F7CD6-7F0D-1C4F-AE97-8E76514E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xmlns="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xmlns="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xmlns="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xmlns="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4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השוואה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298B14A3-A5A4-2F4A-95D8-651E4818BB24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xmlns="" id="{FA21A50F-6662-5046-B75A-1261DC14ABF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FDC47F2-EE1F-4644-989A-72996AC94A96}"/>
              </a:ext>
            </a:extLst>
          </p:cNvPr>
          <p:cNvGrpSpPr/>
          <p:nvPr userDrawn="1"/>
        </p:nvGrpSpPr>
        <p:grpSpPr>
          <a:xfrm>
            <a:off x="401408" y="1983214"/>
            <a:ext cx="5127171" cy="979022"/>
            <a:chOff x="417597" y="1992086"/>
            <a:chExt cx="5127171" cy="9790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386ED203-5311-5B45-870D-8D058E718B91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xmlns="" id="{DE2C0F56-426C-5F4D-AAFD-DF53CA60DB1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1824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125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25" y="3154858"/>
            <a:ext cx="4639736" cy="28700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0EC9B82D-42A0-2549-AF1A-BB955578D14E}"/>
              </a:ext>
            </a:extLst>
          </p:cNvPr>
          <p:cNvGrpSpPr/>
          <p:nvPr userDrawn="1"/>
        </p:nvGrpSpPr>
        <p:grpSpPr>
          <a:xfrm>
            <a:off x="6663674" y="1983214"/>
            <a:ext cx="5127171" cy="979022"/>
            <a:chOff x="417597" y="1992086"/>
            <a:chExt cx="5127171" cy="9790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6F986011-7709-A448-BC93-37507571BAF8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xmlns="" id="{97EFE62B-D2C4-6147-8593-BDB17D7FB78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2076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xmlns="" id="{A343E295-0EB5-2B45-8B07-FB33A0D549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07391" y="1984781"/>
            <a:ext cx="4639736" cy="703135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xmlns="" id="{86411A82-4B2C-2345-940D-003FAE9566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07391" y="3154858"/>
            <a:ext cx="4639736" cy="28700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E81638DF-1560-0147-9FCE-648610243627}"/>
              </a:ext>
            </a:extLst>
          </p:cNvPr>
          <p:cNvCxnSpPr/>
          <p:nvPr userDrawn="1"/>
        </p:nvCxnSpPr>
        <p:spPr>
          <a:xfrm>
            <a:off x="6096000" y="2055833"/>
            <a:ext cx="0" cy="38132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9">
            <a:extLst>
              <a:ext uri="{FF2B5EF4-FFF2-40B4-BE49-F238E27FC236}">
                <a16:creationId xmlns:a16="http://schemas.microsoft.com/office/drawing/2014/main" xmlns="" id="{6500C466-2C7C-0F41-ADF8-F36158F8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10205573" cy="910492"/>
          </a:xfrm>
        </p:spPr>
        <p:txBody>
          <a:bodyPr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4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5E5791F-3F71-BF44-BA4E-0B7D386184DC}"/>
              </a:ext>
            </a:extLst>
          </p:cNvPr>
          <p:cNvSpPr/>
          <p:nvPr userDrawn="1"/>
        </p:nvSpPr>
        <p:spPr>
          <a:xfrm>
            <a:off x="0" y="467833"/>
            <a:ext cx="11729822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xmlns="" id="{19AE2E01-52D8-994A-80AC-622260011952}"/>
              </a:ext>
            </a:extLst>
          </p:cNvPr>
          <p:cNvSpPr/>
          <p:nvPr userDrawn="1"/>
        </p:nvSpPr>
        <p:spPr>
          <a:xfrm>
            <a:off x="1915754" y="3684257"/>
            <a:ext cx="3112470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xmlns="" id="{B8F16C36-FC88-9044-8303-4AAB2C148BA5}"/>
              </a:ext>
            </a:extLst>
          </p:cNvPr>
          <p:cNvSpPr/>
          <p:nvPr userDrawn="1"/>
        </p:nvSpPr>
        <p:spPr>
          <a:xfrm>
            <a:off x="4668946" y="522786"/>
            <a:ext cx="718556" cy="718556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xmlns="" id="{7DA0D001-BFE9-164E-A088-53FE53ABF5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123378" cy="6864485"/>
          </a:xfrm>
          <a:custGeom>
            <a:avLst/>
            <a:gdLst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1612869 w 6096000"/>
              <a:gd name="connsiteY2" fmla="*/ 6841445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2014112 w 6096000"/>
              <a:gd name="connsiteY2" fmla="*/ 6857657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33403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02538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4485">
                <a:moveTo>
                  <a:pt x="1602021" y="0"/>
                </a:moveTo>
                <a:lnTo>
                  <a:pt x="6096000" y="0"/>
                </a:lnTo>
                <a:lnTo>
                  <a:pt x="2014112" y="6857657"/>
                </a:lnTo>
                <a:lnTo>
                  <a:pt x="2002538" y="6864485"/>
                </a:lnTo>
                <a:lnTo>
                  <a:pt x="0" y="6858000"/>
                </a:lnTo>
                <a:lnTo>
                  <a:pt x="0" y="0"/>
                </a:lnTo>
                <a:lnTo>
                  <a:pt x="16020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810C3D4C-012F-184D-B7D5-E89B7B9A7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10" y="2679259"/>
            <a:ext cx="2988860" cy="1395208"/>
          </a:xfrm>
        </p:spPr>
        <p:txBody>
          <a:bodyPr lIns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xmlns="" id="{D16862ED-2F5E-FE49-AB49-49CEC0EA3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8426" y="793580"/>
            <a:ext cx="3304279" cy="5270839"/>
          </a:xfrm>
        </p:spPr>
        <p:txBody>
          <a:bodyPr lIns="0" anchor="ctr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spc="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598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872A5F6-5449-2840-B48F-2AA85FE272A3}"/>
              </a:ext>
            </a:extLst>
          </p:cNvPr>
          <p:cNvSpPr/>
          <p:nvPr userDrawn="1"/>
        </p:nvSpPr>
        <p:spPr>
          <a:xfrm>
            <a:off x="0" y="0"/>
            <a:ext cx="35025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xmlns="" id="{2B3A8339-6DA4-E549-AEA2-9512C53F064F}"/>
              </a:ext>
            </a:extLst>
          </p:cNvPr>
          <p:cNvSpPr/>
          <p:nvPr userDrawn="1"/>
        </p:nvSpPr>
        <p:spPr>
          <a:xfrm>
            <a:off x="3591475" y="5273069"/>
            <a:ext cx="1486666" cy="1486666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xmlns="" id="{752EA775-82B0-BA48-8CA2-7A09D72EC958}"/>
              </a:ext>
            </a:extLst>
          </p:cNvPr>
          <p:cNvSpPr/>
          <p:nvPr userDrawn="1"/>
        </p:nvSpPr>
        <p:spPr>
          <a:xfrm>
            <a:off x="76559" y="597553"/>
            <a:ext cx="562863" cy="562863"/>
          </a:xfrm>
          <a:prstGeom prst="triangle">
            <a:avLst/>
          </a:prstGeom>
          <a:pattFill prst="lt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xmlns="" id="{2C6B50B5-10C1-4A40-9531-4F8DC16892F8}"/>
              </a:ext>
            </a:extLst>
          </p:cNvPr>
          <p:cNvSpPr/>
          <p:nvPr userDrawn="1"/>
        </p:nvSpPr>
        <p:spPr>
          <a:xfrm>
            <a:off x="357990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xmlns="" id="{CAF18EC0-3F9F-6449-A2B2-A792B70BEA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44819" y="597553"/>
            <a:ext cx="6063915" cy="6063915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xmlns="" id="{68357860-E91C-1745-A5D1-921689BF4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994" y="1535397"/>
            <a:ext cx="4845068" cy="1858617"/>
          </a:xfrm>
        </p:spPr>
        <p:txBody>
          <a:bodyPr anchor="b">
            <a:normAutofit/>
          </a:bodyPr>
          <a:lstStyle>
            <a:lvl1pPr algn="l">
              <a:defRPr sz="4800" i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094A3FA1-7F3F-2D41-ABE1-512FA9FC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996" y="3401899"/>
            <a:ext cx="4845066" cy="2107095"/>
          </a:xfrm>
        </p:spPr>
        <p:txBody>
          <a:bodyPr/>
          <a:lstStyle>
            <a:lvl1pPr marL="182880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1pPr>
            <a:lvl2pPr marL="38404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56692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74980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93268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 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B4D4881A-F72E-2D4F-BC41-5D2839D87000}"/>
              </a:ext>
            </a:extLst>
          </p:cNvPr>
          <p:cNvSpPr/>
          <p:nvPr userDrawn="1"/>
        </p:nvSpPr>
        <p:spPr>
          <a:xfrm>
            <a:off x="4997302" y="0"/>
            <a:ext cx="7194698" cy="6879265"/>
          </a:xfrm>
          <a:custGeom>
            <a:avLst/>
            <a:gdLst>
              <a:gd name="connsiteX0" fmla="*/ 0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0 w 5004391"/>
              <a:gd name="connsiteY4" fmla="*/ 0 h 6858000"/>
              <a:gd name="connsiteX0" fmla="*/ 1424763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424763 w 5004391"/>
              <a:gd name="connsiteY4" fmla="*/ 0 h 6858000"/>
              <a:gd name="connsiteX0" fmla="*/ 1275907 w 5004391"/>
              <a:gd name="connsiteY0" fmla="*/ 21265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275907 w 5004391"/>
              <a:gd name="connsiteY4" fmla="*/ 21265 h 6858000"/>
              <a:gd name="connsiteX0" fmla="*/ 3466214 w 7194698"/>
              <a:gd name="connsiteY0" fmla="*/ 21265 h 6879265"/>
              <a:gd name="connsiteX1" fmla="*/ 7194698 w 7194698"/>
              <a:gd name="connsiteY1" fmla="*/ 0 h 6879265"/>
              <a:gd name="connsiteX2" fmla="*/ 7194698 w 7194698"/>
              <a:gd name="connsiteY2" fmla="*/ 6858000 h 6879265"/>
              <a:gd name="connsiteX3" fmla="*/ 0 w 7194698"/>
              <a:gd name="connsiteY3" fmla="*/ 6879265 h 6879265"/>
              <a:gd name="connsiteX4" fmla="*/ 3466214 w 7194698"/>
              <a:gd name="connsiteY4" fmla="*/ 21265 h 687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698" h="6879265">
                <a:moveTo>
                  <a:pt x="3466214" y="21265"/>
                </a:moveTo>
                <a:lnTo>
                  <a:pt x="7194698" y="0"/>
                </a:lnTo>
                <a:lnTo>
                  <a:pt x="7194698" y="6858000"/>
                </a:lnTo>
                <a:lnTo>
                  <a:pt x="0" y="6879265"/>
                </a:lnTo>
                <a:lnTo>
                  <a:pt x="3466214" y="212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xmlns="" id="{214CA4B6-21BC-234A-9FAD-E362D7F194C4}"/>
              </a:ext>
            </a:extLst>
          </p:cNvPr>
          <p:cNvSpPr/>
          <p:nvPr userDrawn="1"/>
        </p:nvSpPr>
        <p:spPr>
          <a:xfrm>
            <a:off x="2571311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xmlns="" id="{815F04B4-E3C0-0845-8DEC-98C63E21B466}"/>
              </a:ext>
            </a:extLst>
          </p:cNvPr>
          <p:cNvSpPr/>
          <p:nvPr userDrawn="1"/>
        </p:nvSpPr>
        <p:spPr>
          <a:xfrm rot="10800000">
            <a:off x="2277396" y="3814571"/>
            <a:ext cx="1360968" cy="1360968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xmlns="" id="{6850A90A-EBB3-314C-9D98-A4220E2739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2569281" y="330912"/>
            <a:ext cx="6217440" cy="6217440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D3001923-8460-C64B-A54B-3221B8A6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8108" y="1957888"/>
            <a:ext cx="3815484" cy="1858617"/>
          </a:xfrm>
        </p:spPr>
        <p:txBody>
          <a:bodyPr anchor="b">
            <a:normAutofit/>
          </a:bodyPr>
          <a:lstStyle>
            <a:lvl1pPr algn="ctr">
              <a:defRPr sz="48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9E64A275-2629-244A-A66F-FC140850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10" y="3824390"/>
            <a:ext cx="3815482" cy="2107095"/>
          </a:xfrm>
        </p:spPr>
        <p:txBody>
          <a:bodyPr/>
          <a:lstStyle>
            <a:lvl1pPr marL="182880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 marL="38404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2pPr>
            <a:lvl3pPr marL="56692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3pPr>
            <a:lvl4pPr marL="74980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4pPr>
            <a:lvl5pPr marL="93268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xmlns="" id="{520102B5-5695-C743-B30E-C92897B48D8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2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Narrow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B0D84E6-6DEA-1D4E-92C3-A360785A027B}"/>
              </a:ext>
            </a:extLst>
          </p:cNvPr>
          <p:cNvSpPr/>
          <p:nvPr userDrawn="1"/>
        </p:nvSpPr>
        <p:spPr>
          <a:xfrm>
            <a:off x="0" y="1730829"/>
            <a:ext cx="8229600" cy="347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xmlns="" id="{C28500E9-800B-C94A-B6F9-F73D37B2D301}"/>
              </a:ext>
            </a:extLst>
          </p:cNvPr>
          <p:cNvSpPr/>
          <p:nvPr userDrawn="1"/>
        </p:nvSpPr>
        <p:spPr>
          <a:xfrm rot="10800000">
            <a:off x="8749091" y="0"/>
            <a:ext cx="3442907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xmlns="" id="{1EAD70A4-7AF0-7E4D-ABBC-34DD61D7B01E}"/>
              </a:ext>
            </a:extLst>
          </p:cNvPr>
          <p:cNvSpPr/>
          <p:nvPr userDrawn="1"/>
        </p:nvSpPr>
        <p:spPr>
          <a:xfrm rot="10800000">
            <a:off x="3727215" y="5551712"/>
            <a:ext cx="1424687" cy="1306288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xmlns="" id="{14C43A8B-650C-3B4B-9F8C-592CE9F2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5" y="2464270"/>
            <a:ext cx="5227376" cy="7277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0345C704-9538-984E-8D14-D6AEC9A4C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623" y="3265903"/>
            <a:ext cx="5227377" cy="1642386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xmlns="" id="{647B5AD0-4AD4-9843-9C08-DEF894490A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593262" y="0"/>
            <a:ext cx="7598736" cy="6858000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xmlns="" id="{8795BE2D-99B1-FE49-84B1-C41E44A8AC0B}"/>
              </a:ext>
            </a:extLst>
          </p:cNvPr>
          <p:cNvSpPr/>
          <p:nvPr userDrawn="1"/>
        </p:nvSpPr>
        <p:spPr>
          <a:xfrm rot="5400000">
            <a:off x="-48606" y="252453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Image and Autho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xmlns="" id="{34F14FD9-9995-BE48-8C0E-B1454B9F2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012" y="0"/>
            <a:ext cx="7598735" cy="6858000"/>
          </a:xfrm>
          <a:custGeom>
            <a:avLst/>
            <a:gdLst>
              <a:gd name="connsiteX0" fmla="*/ 0 w 7598735"/>
              <a:gd name="connsiteY0" fmla="*/ 0 h 6858000"/>
              <a:gd name="connsiteX1" fmla="*/ 7598735 w 7598735"/>
              <a:gd name="connsiteY1" fmla="*/ 0 h 6858000"/>
              <a:gd name="connsiteX2" fmla="*/ 7598735 w 7598735"/>
              <a:gd name="connsiteY2" fmla="*/ 6858000 h 6858000"/>
              <a:gd name="connsiteX3" fmla="*/ 0 w 7598735"/>
              <a:gd name="connsiteY3" fmla="*/ 6858000 h 6858000"/>
              <a:gd name="connsiteX4" fmla="*/ 0 w 7598735"/>
              <a:gd name="connsiteY4" fmla="*/ 6378840 h 6858000"/>
              <a:gd name="connsiteX5" fmla="*/ 140333 w 7598735"/>
              <a:gd name="connsiteY5" fmla="*/ 6379536 h 6858000"/>
              <a:gd name="connsiteX6" fmla="*/ 3074919 w 7598735"/>
              <a:gd name="connsiteY6" fmla="*/ 489098 h 6858000"/>
              <a:gd name="connsiteX7" fmla="*/ 0 w 7598735"/>
              <a:gd name="connsiteY7" fmla="*/ 480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8735" h="6858000">
                <a:moveTo>
                  <a:pt x="0" y="0"/>
                </a:moveTo>
                <a:lnTo>
                  <a:pt x="7598735" y="0"/>
                </a:lnTo>
                <a:lnTo>
                  <a:pt x="7598735" y="6858000"/>
                </a:lnTo>
                <a:lnTo>
                  <a:pt x="0" y="6858000"/>
                </a:lnTo>
                <a:lnTo>
                  <a:pt x="0" y="6378840"/>
                </a:lnTo>
                <a:lnTo>
                  <a:pt x="140333" y="6379536"/>
                </a:lnTo>
                <a:lnTo>
                  <a:pt x="3074919" y="489098"/>
                </a:lnTo>
                <a:lnTo>
                  <a:pt x="0" y="48004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xmlns="" id="{BFAE6FFB-F37C-7040-87B6-654B2F44CE7A}"/>
              </a:ext>
            </a:extLst>
          </p:cNvPr>
          <p:cNvSpPr/>
          <p:nvPr userDrawn="1"/>
        </p:nvSpPr>
        <p:spPr>
          <a:xfrm>
            <a:off x="413825" y="463261"/>
            <a:ext cx="7347125" cy="5911703"/>
          </a:xfrm>
          <a:custGeom>
            <a:avLst/>
            <a:gdLst>
              <a:gd name="connsiteX0" fmla="*/ 125507 w 7347125"/>
              <a:gd name="connsiteY0" fmla="*/ 0 h 5911703"/>
              <a:gd name="connsiteX1" fmla="*/ 7347125 w 7347125"/>
              <a:gd name="connsiteY1" fmla="*/ 21265 h 5911703"/>
              <a:gd name="connsiteX2" fmla="*/ 4412539 w 7347125"/>
              <a:gd name="connsiteY2" fmla="*/ 5911703 h 5911703"/>
              <a:gd name="connsiteX3" fmla="*/ 1007798 w 7347125"/>
              <a:gd name="connsiteY3" fmla="*/ 5894815 h 5911703"/>
              <a:gd name="connsiteX4" fmla="*/ 1007798 w 7347125"/>
              <a:gd name="connsiteY4" fmla="*/ 5901070 h 5911703"/>
              <a:gd name="connsiteX5" fmla="*/ 0 w 7347125"/>
              <a:gd name="connsiteY5" fmla="*/ 5901070 h 5911703"/>
              <a:gd name="connsiteX6" fmla="*/ 0 w 7347125"/>
              <a:gd name="connsiteY6" fmla="*/ 10632 h 5911703"/>
              <a:gd name="connsiteX7" fmla="*/ 125507 w 7347125"/>
              <a:gd name="connsiteY7" fmla="*/ 10632 h 591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7125" h="5911703">
                <a:moveTo>
                  <a:pt x="125507" y="0"/>
                </a:moveTo>
                <a:lnTo>
                  <a:pt x="7347125" y="21265"/>
                </a:lnTo>
                <a:lnTo>
                  <a:pt x="4412539" y="5911703"/>
                </a:lnTo>
                <a:lnTo>
                  <a:pt x="1007798" y="5894815"/>
                </a:lnTo>
                <a:lnTo>
                  <a:pt x="1007798" y="5901070"/>
                </a:lnTo>
                <a:lnTo>
                  <a:pt x="0" y="5901070"/>
                </a:lnTo>
                <a:lnTo>
                  <a:pt x="0" y="10632"/>
                </a:lnTo>
                <a:lnTo>
                  <a:pt x="125507" y="106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8AB73D1-1AA1-4E44-A7DA-8C00D8E10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501" y="1609159"/>
            <a:ext cx="4253334" cy="3639682"/>
          </a:xfrm>
        </p:spPr>
        <p:txBody>
          <a:bodyPr anchor="t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Goes Here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xmlns="" id="{611FC0D0-E6E4-7645-B0C7-97FB2012039D}"/>
              </a:ext>
            </a:extLst>
          </p:cNvPr>
          <p:cNvSpPr/>
          <p:nvPr userDrawn="1"/>
        </p:nvSpPr>
        <p:spPr>
          <a:xfrm rot="5400000">
            <a:off x="-48606" y="1669422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2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C3F11B56-403C-AA43-BA54-5CD9A60BDDC5}"/>
              </a:ext>
            </a:extLst>
          </p:cNvPr>
          <p:cNvGrpSpPr/>
          <p:nvPr userDrawn="1"/>
        </p:nvGrpSpPr>
        <p:grpSpPr>
          <a:xfrm>
            <a:off x="0" y="-4353"/>
            <a:ext cx="6884691" cy="6862353"/>
            <a:chOff x="0" y="-4353"/>
            <a:chExt cx="6884691" cy="686235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xmlns="" id="{D8BAD61D-F455-9240-A0C6-DE4F40E47C29}"/>
                </a:ext>
              </a:extLst>
            </p:cNvPr>
            <p:cNvSpPr/>
            <p:nvPr userDrawn="1"/>
          </p:nvSpPr>
          <p:spPr>
            <a:xfrm>
              <a:off x="0" y="-4353"/>
              <a:ext cx="6884691" cy="6862353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  <a:gd name="connsiteX0" fmla="*/ 9234 w 6880863"/>
                <a:gd name="connsiteY0" fmla="*/ 0 h 6866017"/>
                <a:gd name="connsiteX1" fmla="*/ 6880863 w 6880863"/>
                <a:gd name="connsiteY1" fmla="*/ 1567 h 6866017"/>
                <a:gd name="connsiteX2" fmla="*/ 3445205 w 6880863"/>
                <a:gd name="connsiteY2" fmla="*/ 6866017 h 6866017"/>
                <a:gd name="connsiteX3" fmla="*/ 705 w 6880863"/>
                <a:gd name="connsiteY3" fmla="*/ 6864138 h 6866017"/>
                <a:gd name="connsiteX4" fmla="*/ 9234 w 6880863"/>
                <a:gd name="connsiteY4" fmla="*/ 0 h 6866017"/>
                <a:gd name="connsiteX0" fmla="*/ 0 w 6884692"/>
                <a:gd name="connsiteY0" fmla="*/ 0 h 6883465"/>
                <a:gd name="connsiteX1" fmla="*/ 6884692 w 6884692"/>
                <a:gd name="connsiteY1" fmla="*/ 19015 h 6883465"/>
                <a:gd name="connsiteX2" fmla="*/ 3449034 w 6884692"/>
                <a:gd name="connsiteY2" fmla="*/ 6883465 h 6883465"/>
                <a:gd name="connsiteX3" fmla="*/ 4534 w 6884692"/>
                <a:gd name="connsiteY3" fmla="*/ 6881586 h 6883465"/>
                <a:gd name="connsiteX4" fmla="*/ 0 w 6884692"/>
                <a:gd name="connsiteY4" fmla="*/ 0 h 6883465"/>
                <a:gd name="connsiteX0" fmla="*/ 9234 w 6880863"/>
                <a:gd name="connsiteY0" fmla="*/ 0 h 6879102"/>
                <a:gd name="connsiteX1" fmla="*/ 6880863 w 6880863"/>
                <a:gd name="connsiteY1" fmla="*/ 14652 h 6879102"/>
                <a:gd name="connsiteX2" fmla="*/ 3445205 w 6880863"/>
                <a:gd name="connsiteY2" fmla="*/ 6879102 h 6879102"/>
                <a:gd name="connsiteX3" fmla="*/ 705 w 6880863"/>
                <a:gd name="connsiteY3" fmla="*/ 6877223 h 6879102"/>
                <a:gd name="connsiteX4" fmla="*/ 9234 w 6880863"/>
                <a:gd name="connsiteY4" fmla="*/ 0 h 6879102"/>
                <a:gd name="connsiteX0" fmla="*/ 0 w 6884691"/>
                <a:gd name="connsiteY0" fmla="*/ 0 h 6874740"/>
                <a:gd name="connsiteX1" fmla="*/ 6884691 w 6884691"/>
                <a:gd name="connsiteY1" fmla="*/ 10290 h 6874740"/>
                <a:gd name="connsiteX2" fmla="*/ 3449033 w 6884691"/>
                <a:gd name="connsiteY2" fmla="*/ 6874740 h 6874740"/>
                <a:gd name="connsiteX3" fmla="*/ 4533 w 6884691"/>
                <a:gd name="connsiteY3" fmla="*/ 6872861 h 6874740"/>
                <a:gd name="connsiteX4" fmla="*/ 0 w 6884691"/>
                <a:gd name="connsiteY4" fmla="*/ 0 h 687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4691" h="6874740">
                  <a:moveTo>
                    <a:pt x="0" y="0"/>
                  </a:moveTo>
                  <a:lnTo>
                    <a:pt x="6884691" y="10290"/>
                  </a:lnTo>
                  <a:lnTo>
                    <a:pt x="3449033" y="6874740"/>
                  </a:lnTo>
                  <a:lnTo>
                    <a:pt x="4533" y="6872861"/>
                  </a:lnTo>
                  <a:cubicBezTo>
                    <a:pt x="207" y="458797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xmlns="" id="{75004ACB-4E38-6449-B733-0C6A6BC40ADD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xmlns="" id="{6A52034F-1EDC-3040-A1B3-B572FC286C20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988" y="1954400"/>
            <a:ext cx="4393415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xmlns="" id="{FD910B80-BD19-CF49-AB0B-1C5DEECEDED5}"/>
              </a:ext>
            </a:extLst>
          </p:cNvPr>
          <p:cNvSpPr/>
          <p:nvPr userDrawn="1"/>
        </p:nvSpPr>
        <p:spPr>
          <a:xfrm rot="5400000">
            <a:off x="-48606" y="31651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15DFD37-81D5-5742-B09A-5D4CBF48B7EA}"/>
              </a:ext>
            </a:extLst>
          </p:cNvPr>
          <p:cNvGrpSpPr/>
          <p:nvPr userDrawn="1"/>
        </p:nvGrpSpPr>
        <p:grpSpPr>
          <a:xfrm rot="10800000">
            <a:off x="5294245" y="0"/>
            <a:ext cx="6897755" cy="6858000"/>
            <a:chOff x="-17598" y="0"/>
            <a:chExt cx="6897755" cy="685800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00CF4E43-4A68-664C-B973-2FE49DC7733D}"/>
                </a:ext>
              </a:extLst>
            </p:cNvPr>
            <p:cNvSpPr/>
            <p:nvPr userDrawn="1"/>
          </p:nvSpPr>
          <p:spPr>
            <a:xfrm>
              <a:off x="-17598" y="0"/>
              <a:ext cx="6897755" cy="6858000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755" h="6870380">
                  <a:moveTo>
                    <a:pt x="0" y="0"/>
                  </a:moveTo>
                  <a:lnTo>
                    <a:pt x="6897755" y="5930"/>
                  </a:lnTo>
                  <a:lnTo>
                    <a:pt x="3462097" y="6870380"/>
                  </a:lnTo>
                  <a:lnTo>
                    <a:pt x="17597" y="6868501"/>
                  </a:lnTo>
                  <a:cubicBezTo>
                    <a:pt x="13271" y="458361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xmlns="" id="{AFAD3D76-9126-CC42-90B0-5BF85DC91E3E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xmlns="" id="{9D011AB3-8218-AE4F-9DF7-810A1B45C453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5272" y="1954400"/>
            <a:ext cx="3889053" cy="300235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xmlns="" id="{D84320FE-42A3-294B-AAE0-3D16A63E359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3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23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96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00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96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22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459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413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22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85" r:id="rId2"/>
    <p:sldLayoutId id="2147483783" r:id="rId3"/>
    <p:sldLayoutId id="2147483765" r:id="rId4"/>
    <p:sldLayoutId id="2147483787" r:id="rId5"/>
    <p:sldLayoutId id="2147483784" r:id="rId6"/>
    <p:sldLayoutId id="2147483786" r:id="rId7"/>
    <p:sldLayoutId id="2147483774" r:id="rId8"/>
    <p:sldLayoutId id="2147483781" r:id="rId9"/>
    <p:sldLayoutId id="2147483779" r:id="rId10"/>
    <p:sldLayoutId id="2147483780" r:id="rId11"/>
    <p:sldLayoutId id="2147483778" r:id="rId12"/>
    <p:sldLayoutId id="2147483777" r:id="rId13"/>
    <p:sldLayoutId id="2147483776" r:id="rId14"/>
    <p:sldLayoutId id="2147483782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0.png"/><Relationship Id="rId4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7.xml"/><Relationship Id="rId6" Type="http://schemas.openxmlformats.org/officeDocument/2006/relationships/customXml" Target="../ink/ink6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7.xml"/><Relationship Id="rId6" Type="http://schemas.openxmlformats.org/officeDocument/2006/relationships/customXml" Target="../ink/ink9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9.png"/><Relationship Id="rId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1E7C09F3-1BE8-0445-A3C4-9C100D32B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GELATO BOUTIQE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xmlns="" id="{C770EE27-FD77-894D-9D88-F5A548E1D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8669" y="4577326"/>
            <a:ext cx="4567608" cy="1143000"/>
          </a:xfrm>
        </p:spPr>
        <p:txBody>
          <a:bodyPr>
            <a:normAutofit/>
          </a:bodyPr>
          <a:lstStyle/>
          <a:p>
            <a:pPr algn="ctr" rtl="1"/>
            <a:r>
              <a:rPr lang="he-IL" dirty="0"/>
              <a:t>שרה שייח יוסף - 214235376</a:t>
            </a:r>
          </a:p>
          <a:p>
            <a:pPr algn="ctr" rtl="1"/>
            <a:endParaRPr lang="en-US" dirty="0"/>
          </a:p>
          <a:p>
            <a:pPr algn="ctr" rtl="1"/>
            <a:endParaRPr lang="en-US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xmlns="" id="{DAC60D5D-D287-9B45-9F54-93A410AFF1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56411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6A39CFE-F193-9048-BE90-69178B4C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778" y="240859"/>
            <a:ext cx="2988860" cy="1395208"/>
          </a:xfrm>
        </p:spPr>
        <p:txBody>
          <a:bodyPr/>
          <a:lstStyle/>
          <a:p>
            <a:r>
              <a:rPr lang="he-I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רקע על הארגון</a:t>
            </a:r>
            <a:endPara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2CB5DE7-C0EC-D942-81AE-50AB9E5F55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9772" y="1114545"/>
            <a:ext cx="11468195" cy="4628909"/>
          </a:xfrm>
        </p:spPr>
        <p:txBody>
          <a:bodyPr>
            <a:normAutofit/>
          </a:bodyPr>
          <a:lstStyle/>
          <a:p>
            <a:pPr marL="342900" lvl="0" indent="-342900" algn="just" rtl="1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שם העסק</a:t>
            </a:r>
            <a:r>
              <a:rPr lang="ar-SA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David" panose="020E0502060401010101" pitchFamily="34" charset="-79"/>
              </a:rPr>
              <a:t>: 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GELATO BOUTIQE</a:t>
            </a:r>
            <a:endParaRPr lang="x-none" sz="20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just" rtl="1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מיקום</a:t>
            </a:r>
            <a:r>
              <a:rPr lang="ar-SA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David" panose="020E0502060401010101" pitchFamily="34" charset="-79"/>
              </a:rPr>
              <a:t>: </a:t>
            </a: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טייבה משולש </a:t>
            </a:r>
            <a:endParaRPr lang="x-none" sz="20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just" rtl="1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שנת הקמה</a:t>
            </a:r>
            <a:r>
              <a:rPr lang="ar-SA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David" panose="020E0502060401010101" pitchFamily="34" charset="-79"/>
              </a:rPr>
              <a:t>: 2005</a:t>
            </a:r>
            <a:endParaRPr lang="x-none" sz="20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 rtl="1">
              <a:spcAft>
                <a:spcPts val="1000"/>
              </a:spcAft>
            </a:pPr>
            <a:r>
              <a:rPr lang="he-IL" sz="20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גילטו</a:t>
            </a: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בוטיק – רשת הגלידות הערבית מהראשונות בישראל , </a:t>
            </a:r>
          </a:p>
          <a:p>
            <a:pPr marL="0" indent="0" algn="r" rtl="1">
              <a:spcAft>
                <a:spcPts val="1000"/>
              </a:spcAft>
              <a:buNone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הוקמה שנת 2005 והינה עובדת מאז.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הסיפור של </a:t>
            </a:r>
            <a:r>
              <a:rPr lang="he-IL" sz="20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גילטו</a:t>
            </a: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התחיל כבית קפה. אחרי כמה שנים החליטו הבעלים להתפתח      </a:t>
            </a:r>
          </a:p>
          <a:p>
            <a:pPr marL="0" indent="0" algn="r" rtl="1">
              <a:spcAft>
                <a:spcPts val="1000"/>
              </a:spcAft>
              <a:buNone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ולהגדיל את העסק , ובשנת 2015 נפתח </a:t>
            </a:r>
            <a:r>
              <a:rPr lang="en-US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GELATO BOUTIQE  </a:t>
            </a: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marL="0" indent="0" algn="just" rtl="1">
              <a:spcAft>
                <a:spcPts val="1000"/>
              </a:spcAft>
              <a:buNone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חנות שמייצרת גלידות איטלקיות כל בוקר באהבה,</a:t>
            </a:r>
          </a:p>
          <a:p>
            <a:pPr marL="0" indent="0" algn="just" rtl="1">
              <a:spcAft>
                <a:spcPts val="1000"/>
              </a:spcAft>
              <a:buNone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ועוד מלא ממתקים טעימים , ונכון להיום ישנם 3 סניפים בארץ.</a:t>
            </a:r>
            <a:endParaRPr lang="x-none" sz="20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 rtl="1">
              <a:buNone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xmlns="" id="{4E5FBCA0-2E49-5D9B-8F98-376F58505E93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" t="698" r="2266" b="66993"/>
          <a:stretch/>
        </p:blipFill>
        <p:spPr bwMode="auto">
          <a:xfrm>
            <a:off x="95101" y="3612313"/>
            <a:ext cx="5368413" cy="26573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7793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23177" y="609599"/>
            <a:ext cx="45719" cy="5742039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x-none" sz="1500"/>
          </a:p>
        </p:txBody>
      </p:sp>
      <p:sp>
        <p:nvSpPr>
          <p:cNvPr id="4" name="Shape 1"/>
          <p:cNvSpPr/>
          <p:nvPr/>
        </p:nvSpPr>
        <p:spPr>
          <a:xfrm>
            <a:off x="4268971" y="2603257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DFBF19"/>
          </a:solidFill>
          <a:ln/>
        </p:spPr>
        <p:txBody>
          <a:bodyPr/>
          <a:lstStyle/>
          <a:p>
            <a:endParaRPr lang="x-none" sz="1500"/>
          </a:p>
        </p:txBody>
      </p:sp>
      <p:sp>
        <p:nvSpPr>
          <p:cNvPr id="5" name="Shape 2"/>
          <p:cNvSpPr/>
          <p:nvPr/>
        </p:nvSpPr>
        <p:spPr>
          <a:xfrm>
            <a:off x="4905063" y="2403331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  <p:txBody>
          <a:bodyPr/>
          <a:lstStyle/>
          <a:p>
            <a:endParaRPr lang="x-none" sz="1500"/>
          </a:p>
        </p:txBody>
      </p:sp>
      <p:sp>
        <p:nvSpPr>
          <p:cNvPr id="6" name="Text 3"/>
          <p:cNvSpPr/>
          <p:nvPr/>
        </p:nvSpPr>
        <p:spPr>
          <a:xfrm>
            <a:off x="5076216" y="2474173"/>
            <a:ext cx="82848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208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208" dirty="0"/>
          </a:p>
        </p:txBody>
      </p:sp>
      <p:sp>
        <p:nvSpPr>
          <p:cNvPr id="7" name="Text 4"/>
          <p:cNvSpPr/>
          <p:nvPr/>
        </p:nvSpPr>
        <p:spPr>
          <a:xfrm>
            <a:off x="1969181" y="2379717"/>
            <a:ext cx="21088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50"/>
              </a:lnSpc>
            </a:pPr>
            <a:r>
              <a:rPr lang="he-IL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חיזוי</a:t>
            </a:r>
            <a:endParaRPr lang="en-US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69181" y="2847533"/>
            <a:ext cx="2108894" cy="166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2375"/>
              </a:lnSpc>
            </a:pPr>
            <a:r>
              <a:rPr lang="he-I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ממוצע פשוט, ממוצע נע, ממוצע נע משוקלל, </a:t>
            </a:r>
            <a:r>
              <a:rPr lang="he-IL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ריגריסיה</a:t>
            </a:r>
            <a:r>
              <a:rPr lang="he-I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לינארית,</a:t>
            </a:r>
            <a:endParaRPr lang="en-US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r" rtl="1">
              <a:lnSpc>
                <a:spcPts val="2375"/>
              </a:lnSpc>
            </a:pPr>
            <a:r>
              <a:rPr lang="he-I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החלקה </a:t>
            </a:r>
            <a:r>
              <a:rPr lang="he-IL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מעריכית</a:t>
            </a:r>
            <a:r>
              <a:rPr lang="he-I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endParaRPr lang="en-US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r" rtl="1">
              <a:lnSpc>
                <a:spcPts val="2375"/>
              </a:lnSpc>
            </a:pPr>
            <a:r>
              <a:rPr lang="he-IL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MAD, MSE</a:t>
            </a:r>
          </a:p>
        </p:txBody>
      </p:sp>
      <p:sp>
        <p:nvSpPr>
          <p:cNvPr id="9" name="Shape 6"/>
          <p:cNvSpPr/>
          <p:nvPr/>
        </p:nvSpPr>
        <p:spPr>
          <a:xfrm>
            <a:off x="5330315" y="4182720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DFBF19"/>
          </a:solidFill>
          <a:ln/>
        </p:spPr>
        <p:txBody>
          <a:bodyPr/>
          <a:lstStyle/>
          <a:p>
            <a:endParaRPr lang="x-none" sz="1500"/>
          </a:p>
        </p:txBody>
      </p:sp>
      <p:sp>
        <p:nvSpPr>
          <p:cNvPr id="10" name="Shape 7"/>
          <p:cNvSpPr/>
          <p:nvPr/>
        </p:nvSpPr>
        <p:spPr>
          <a:xfrm>
            <a:off x="4930463" y="3982794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  <p:txBody>
          <a:bodyPr/>
          <a:lstStyle/>
          <a:p>
            <a:endParaRPr lang="x-none" sz="1500"/>
          </a:p>
        </p:txBody>
      </p:sp>
      <p:sp>
        <p:nvSpPr>
          <p:cNvPr id="11" name="Text 8"/>
          <p:cNvSpPr/>
          <p:nvPr/>
        </p:nvSpPr>
        <p:spPr>
          <a:xfrm>
            <a:off x="5061928" y="4053637"/>
            <a:ext cx="162223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208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208" dirty="0"/>
          </a:p>
        </p:txBody>
      </p:sp>
      <p:sp>
        <p:nvSpPr>
          <p:cNvPr id="12" name="Text 9"/>
          <p:cNvSpPr/>
          <p:nvPr/>
        </p:nvSpPr>
        <p:spPr>
          <a:xfrm>
            <a:off x="6072860" y="4018215"/>
            <a:ext cx="21088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he-IL" sz="28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ניהול מלאי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65146" y="4368641"/>
            <a:ext cx="21088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ts val="2375"/>
              </a:lnSpc>
            </a:pPr>
            <a:r>
              <a:rPr lang="he-I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פארטו</a:t>
            </a:r>
            <a:r>
              <a:rPr lang="he-I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1">
              <a:lnSpc>
                <a:spcPts val="2375"/>
              </a:lnSpc>
            </a:pPr>
            <a:r>
              <a:rPr lang="he-I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שיני מסור 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1">
              <a:lnSpc>
                <a:spcPts val="2375"/>
              </a:lnSpc>
            </a:pPr>
            <a:r>
              <a:rPr lang="he-I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ומגירה כפולה</a:t>
            </a:r>
            <a:endParaRPr lang="en-US" sz="1458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268971" y="5762183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DFBF19"/>
          </a:solidFill>
          <a:ln/>
        </p:spPr>
        <p:txBody>
          <a:bodyPr/>
          <a:lstStyle/>
          <a:p>
            <a:endParaRPr lang="x-none" sz="1500"/>
          </a:p>
        </p:txBody>
      </p:sp>
      <p:sp>
        <p:nvSpPr>
          <p:cNvPr id="15" name="Shape 12"/>
          <p:cNvSpPr/>
          <p:nvPr/>
        </p:nvSpPr>
        <p:spPr>
          <a:xfrm>
            <a:off x="4905063" y="556225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  <p:txBody>
          <a:bodyPr/>
          <a:lstStyle/>
          <a:p>
            <a:endParaRPr lang="x-none" sz="1500"/>
          </a:p>
        </p:txBody>
      </p:sp>
      <p:sp>
        <p:nvSpPr>
          <p:cNvPr id="16" name="Text 13"/>
          <p:cNvSpPr/>
          <p:nvPr/>
        </p:nvSpPr>
        <p:spPr>
          <a:xfrm>
            <a:off x="5034743" y="5633099"/>
            <a:ext cx="165893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208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208" dirty="0"/>
          </a:p>
        </p:txBody>
      </p:sp>
      <p:sp>
        <p:nvSpPr>
          <p:cNvPr id="17" name="Text 14"/>
          <p:cNvSpPr/>
          <p:nvPr/>
        </p:nvSpPr>
        <p:spPr>
          <a:xfrm>
            <a:off x="1980890" y="5610378"/>
            <a:ext cx="21088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50"/>
              </a:lnSpc>
            </a:pPr>
            <a:r>
              <a:rPr lang="en-US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SAP</a:t>
            </a:r>
          </a:p>
        </p:txBody>
      </p:sp>
      <p:sp>
        <p:nvSpPr>
          <p:cNvPr id="18" name="Text 15"/>
          <p:cNvSpPr/>
          <p:nvPr/>
        </p:nvSpPr>
        <p:spPr>
          <a:xfrm>
            <a:off x="1927261" y="5987509"/>
            <a:ext cx="21088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he-I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ספקים, 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r">
              <a:lnSpc>
                <a:spcPts val="2375"/>
              </a:lnSpc>
            </a:pPr>
            <a:r>
              <a:rPr lang="he-I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לקוחות ועץ מוצר</a:t>
            </a:r>
            <a:endParaRPr lang="en-US" sz="1458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xmlns="" id="{2CF13F5D-849A-F32B-8BD6-42B68E0982F9}"/>
              </a:ext>
            </a:extLst>
          </p:cNvPr>
          <p:cNvSpPr txBox="1">
            <a:spLocks/>
          </p:cNvSpPr>
          <p:nvPr/>
        </p:nvSpPr>
        <p:spPr>
          <a:xfrm>
            <a:off x="8220461" y="97375"/>
            <a:ext cx="4146567" cy="13952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פרקי הפרויקט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דיו 21">
                <a:extLst>
                  <a:ext uri="{FF2B5EF4-FFF2-40B4-BE49-F238E27FC236}">
                    <a16:creationId xmlns:a16="http://schemas.microsoft.com/office/drawing/2014/main" xmlns="" id="{D865AA40-AF90-E139-6801-136C2586D4E2}"/>
                  </a:ext>
                </a:extLst>
              </p14:cNvPr>
              <p14:cNvContentPartPr/>
              <p14:nvPr/>
            </p14:nvContentPartPr>
            <p14:xfrm>
              <a:off x="10769017" y="6528468"/>
              <a:ext cx="1302480" cy="208080"/>
            </p14:xfrm>
          </p:contentPart>
        </mc:Choice>
        <mc:Fallback xmlns="">
          <p:pic>
            <p:nvPicPr>
              <p:cNvPr id="22" name="דיו 21">
                <a:extLst>
                  <a:ext uri="{FF2B5EF4-FFF2-40B4-BE49-F238E27FC236}">
                    <a16:creationId xmlns:a16="http://schemas.microsoft.com/office/drawing/2014/main" id="{D865AA40-AF90-E139-6801-136C2586D4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06377" y="6465828"/>
                <a:ext cx="1428120" cy="3337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hape 6">
            <a:extLst>
              <a:ext uri="{FF2B5EF4-FFF2-40B4-BE49-F238E27FC236}">
                <a16:creationId xmlns:a16="http://schemas.microsoft.com/office/drawing/2014/main" xmlns="" id="{E692A851-6FCC-F124-FD22-ACA73B1F8069}"/>
              </a:ext>
            </a:extLst>
          </p:cNvPr>
          <p:cNvSpPr/>
          <p:nvPr/>
        </p:nvSpPr>
        <p:spPr>
          <a:xfrm>
            <a:off x="5330315" y="1023794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DFBF19"/>
          </a:solidFill>
          <a:ln/>
        </p:spPr>
        <p:txBody>
          <a:bodyPr/>
          <a:lstStyle/>
          <a:p>
            <a:endParaRPr lang="x-none" sz="150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xmlns="" id="{65178650-4772-5381-E3D0-A494028F6338}"/>
              </a:ext>
            </a:extLst>
          </p:cNvPr>
          <p:cNvSpPr/>
          <p:nvPr/>
        </p:nvSpPr>
        <p:spPr>
          <a:xfrm>
            <a:off x="4930463" y="823868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  <p:txBody>
          <a:bodyPr/>
          <a:lstStyle/>
          <a:p>
            <a:endParaRPr lang="x-none" sz="150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xmlns="" id="{C850D75A-9730-131C-ACD8-D5E83498AF5B}"/>
              </a:ext>
            </a:extLst>
          </p:cNvPr>
          <p:cNvSpPr/>
          <p:nvPr/>
        </p:nvSpPr>
        <p:spPr>
          <a:xfrm>
            <a:off x="5061928" y="894711"/>
            <a:ext cx="162223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208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208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xmlns="" id="{63BD3715-259B-D3F8-3146-BC237A808ACE}"/>
              </a:ext>
            </a:extLst>
          </p:cNvPr>
          <p:cNvSpPr/>
          <p:nvPr/>
        </p:nvSpPr>
        <p:spPr>
          <a:xfrm>
            <a:off x="6111567" y="871989"/>
            <a:ext cx="21088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he-IL" sz="28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ניתוח מצב קיים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FD2B9F-1F50-8B03-A61B-F380A170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85E15C6-3B96-907B-3706-2937E7B2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923" y="240859"/>
            <a:ext cx="3424715" cy="1395208"/>
          </a:xfrm>
        </p:spPr>
        <p:txBody>
          <a:bodyPr/>
          <a:lstStyle/>
          <a:p>
            <a:r>
              <a:rPr lang="he-I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תרשימים רלוונטיים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91B8CDF-9F46-14DF-B970-07A744DDB4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6461" y="1636067"/>
            <a:ext cx="3127637" cy="521109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תרשים עצם דג – סיבה ותוצאה</a:t>
            </a:r>
            <a:endParaRPr lang="x-none" sz="18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תמונה 1" descr="תמונה שמכילה טקסט, צילום מסך, תרשים, תוכנה&#10;&#10;התיאור נוצר באופן אוטומטי">
            <a:extLst>
              <a:ext uri="{FF2B5EF4-FFF2-40B4-BE49-F238E27FC236}">
                <a16:creationId xmlns:a16="http://schemas.microsoft.com/office/drawing/2014/main" xmlns="" id="{B41B1616-EB9B-78F2-F502-C971B7410F0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4" t="27654" r="22225" b="12547"/>
          <a:stretch/>
        </p:blipFill>
        <p:spPr bwMode="auto">
          <a:xfrm>
            <a:off x="154225" y="1636067"/>
            <a:ext cx="8280872" cy="46167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079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x-none" sz="15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xmlns="" id="{831908CD-24EA-EAB0-8C67-22AB4FC8EF4B}"/>
              </a:ext>
            </a:extLst>
          </p:cNvPr>
          <p:cNvSpPr/>
          <p:nvPr/>
        </p:nvSpPr>
        <p:spPr>
          <a:xfrm>
            <a:off x="3733254" y="1381750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he-IL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פרק 1 - תחזיות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xmlns="" id="{980F696C-F438-5BF7-E13D-31ABB35E25E5}"/>
              </a:ext>
            </a:extLst>
          </p:cNvPr>
          <p:cNvSpPr/>
          <p:nvPr/>
        </p:nvSpPr>
        <p:spPr>
          <a:xfrm>
            <a:off x="1351389" y="2838580"/>
            <a:ext cx="9489222" cy="24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ts val="2375"/>
              </a:lnSpc>
            </a:pPr>
            <a:r>
              <a:rPr lang="he-IL" sz="32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מטרת הפרק : </a:t>
            </a:r>
          </a:p>
          <a:p>
            <a:pPr algn="ctr" rtl="1">
              <a:lnSpc>
                <a:spcPts val="2375"/>
              </a:lnSpc>
            </a:pPr>
            <a:endParaRPr lang="he-IL" sz="320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1">
              <a:lnSpc>
                <a:spcPts val="2375"/>
              </a:lnSpc>
            </a:pPr>
            <a:r>
              <a:rPr lang="he-IL" sz="28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חיזוי הביקוש / הזמנות קופסאות קלקר לגלידה 1 ליטר לשנת 2024 ב   </a:t>
            </a:r>
            <a:r>
              <a:rPr lang="en-US" sz="28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excel</a:t>
            </a:r>
            <a:r>
              <a:rPr lang="he-IL" sz="28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he-IL" sz="28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על ידי מודלים נבחרים המתבססים על שיטות חיזוי אובייקטיבית ובחירת המודל המתאים ליישום . </a:t>
            </a:r>
            <a:endParaRPr lang="x-none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1">
              <a:lnSpc>
                <a:spcPts val="2375"/>
              </a:lnSpc>
            </a:pPr>
            <a:endParaRPr lang="en-US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33254" y="485881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en-US" sz="5400" dirty="0" err="1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ממצאים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22" name="טבלה 21">
            <a:extLst>
              <a:ext uri="{FF2B5EF4-FFF2-40B4-BE49-F238E27FC236}">
                <a16:creationId xmlns:a16="http://schemas.microsoft.com/office/drawing/2014/main" xmlns="" id="{0746E803-1349-5A2D-D326-531F8B051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808477"/>
              </p:ext>
            </p:extLst>
          </p:nvPr>
        </p:nvGraphicFramePr>
        <p:xfrm>
          <a:off x="453849" y="1582994"/>
          <a:ext cx="11284301" cy="3926968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43366">
                  <a:extLst>
                    <a:ext uri="{9D8B030D-6E8A-4147-A177-3AD203B41FA5}">
                      <a16:colId xmlns:a16="http://schemas.microsoft.com/office/drawing/2014/main" xmlns="" val="583387930"/>
                    </a:ext>
                  </a:extLst>
                </a:gridCol>
                <a:gridCol w="892039">
                  <a:extLst>
                    <a:ext uri="{9D8B030D-6E8A-4147-A177-3AD203B41FA5}">
                      <a16:colId xmlns:a16="http://schemas.microsoft.com/office/drawing/2014/main" xmlns="" val="3906991427"/>
                    </a:ext>
                  </a:extLst>
                </a:gridCol>
                <a:gridCol w="624428">
                  <a:extLst>
                    <a:ext uri="{9D8B030D-6E8A-4147-A177-3AD203B41FA5}">
                      <a16:colId xmlns:a16="http://schemas.microsoft.com/office/drawing/2014/main" xmlns="" val="389206010"/>
                    </a:ext>
                  </a:extLst>
                </a:gridCol>
                <a:gridCol w="862305">
                  <a:extLst>
                    <a:ext uri="{9D8B030D-6E8A-4147-A177-3AD203B41FA5}">
                      <a16:colId xmlns:a16="http://schemas.microsoft.com/office/drawing/2014/main" xmlns="" val="1060834879"/>
                    </a:ext>
                  </a:extLst>
                </a:gridCol>
                <a:gridCol w="743366">
                  <a:extLst>
                    <a:ext uri="{9D8B030D-6E8A-4147-A177-3AD203B41FA5}">
                      <a16:colId xmlns:a16="http://schemas.microsoft.com/office/drawing/2014/main" xmlns="" val="1941603484"/>
                    </a:ext>
                  </a:extLst>
                </a:gridCol>
                <a:gridCol w="743366">
                  <a:extLst>
                    <a:ext uri="{9D8B030D-6E8A-4147-A177-3AD203B41FA5}">
                      <a16:colId xmlns:a16="http://schemas.microsoft.com/office/drawing/2014/main" xmlns="" val="2424251507"/>
                    </a:ext>
                  </a:extLst>
                </a:gridCol>
                <a:gridCol w="624428">
                  <a:extLst>
                    <a:ext uri="{9D8B030D-6E8A-4147-A177-3AD203B41FA5}">
                      <a16:colId xmlns:a16="http://schemas.microsoft.com/office/drawing/2014/main" xmlns="" val="323746637"/>
                    </a:ext>
                  </a:extLst>
                </a:gridCol>
                <a:gridCol w="624428">
                  <a:extLst>
                    <a:ext uri="{9D8B030D-6E8A-4147-A177-3AD203B41FA5}">
                      <a16:colId xmlns:a16="http://schemas.microsoft.com/office/drawing/2014/main" xmlns="" val="3808170420"/>
                    </a:ext>
                  </a:extLst>
                </a:gridCol>
                <a:gridCol w="713633">
                  <a:extLst>
                    <a:ext uri="{9D8B030D-6E8A-4147-A177-3AD203B41FA5}">
                      <a16:colId xmlns:a16="http://schemas.microsoft.com/office/drawing/2014/main" xmlns="" val="3538397142"/>
                    </a:ext>
                  </a:extLst>
                </a:gridCol>
                <a:gridCol w="669029">
                  <a:extLst>
                    <a:ext uri="{9D8B030D-6E8A-4147-A177-3AD203B41FA5}">
                      <a16:colId xmlns:a16="http://schemas.microsoft.com/office/drawing/2014/main" xmlns="" val="345997298"/>
                    </a:ext>
                  </a:extLst>
                </a:gridCol>
                <a:gridCol w="624428">
                  <a:extLst>
                    <a:ext uri="{9D8B030D-6E8A-4147-A177-3AD203B41FA5}">
                      <a16:colId xmlns:a16="http://schemas.microsoft.com/office/drawing/2014/main" xmlns="" val="3015653149"/>
                    </a:ext>
                  </a:extLst>
                </a:gridCol>
                <a:gridCol w="669029">
                  <a:extLst>
                    <a:ext uri="{9D8B030D-6E8A-4147-A177-3AD203B41FA5}">
                      <a16:colId xmlns:a16="http://schemas.microsoft.com/office/drawing/2014/main" xmlns="" val="1701141143"/>
                    </a:ext>
                  </a:extLst>
                </a:gridCol>
                <a:gridCol w="713633">
                  <a:extLst>
                    <a:ext uri="{9D8B030D-6E8A-4147-A177-3AD203B41FA5}">
                      <a16:colId xmlns:a16="http://schemas.microsoft.com/office/drawing/2014/main" xmlns="" val="1020475766"/>
                    </a:ext>
                  </a:extLst>
                </a:gridCol>
                <a:gridCol w="639295">
                  <a:extLst>
                    <a:ext uri="{9D8B030D-6E8A-4147-A177-3AD203B41FA5}">
                      <a16:colId xmlns:a16="http://schemas.microsoft.com/office/drawing/2014/main" xmlns="" val="2998466497"/>
                    </a:ext>
                  </a:extLst>
                </a:gridCol>
                <a:gridCol w="639295">
                  <a:extLst>
                    <a:ext uri="{9D8B030D-6E8A-4147-A177-3AD203B41FA5}">
                      <a16:colId xmlns:a16="http://schemas.microsoft.com/office/drawing/2014/main" xmlns="" val="4194551476"/>
                    </a:ext>
                  </a:extLst>
                </a:gridCol>
                <a:gridCol w="758233">
                  <a:extLst>
                    <a:ext uri="{9D8B030D-6E8A-4147-A177-3AD203B41FA5}">
                      <a16:colId xmlns:a16="http://schemas.microsoft.com/office/drawing/2014/main" xmlns="" val="3651173063"/>
                    </a:ext>
                  </a:extLst>
                </a:gridCol>
              </a:tblGrid>
              <a:tr h="644391">
                <a:tc>
                  <a:txBody>
                    <a:bodyPr/>
                    <a:lstStyle/>
                    <a:p>
                      <a:pPr algn="ctr" rtl="0" fontAlgn="b"/>
                      <a:endParaRPr lang="x-none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x-none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ממוצע פשוט</a:t>
                      </a:r>
                      <a:endParaRPr lang="he-IL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נע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N=2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נע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N=3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החלקה </a:t>
                      </a:r>
                      <a:r>
                        <a:rPr lang="he-IL" sz="16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מעריכית</a:t>
                      </a:r>
                      <a:r>
                        <a:rPr lang="he-IL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he-IL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משוקלל 0.6,0.4</a:t>
                      </a:r>
                      <a:endParaRPr lang="he-IL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ריגרסיה לינארית</a:t>
                      </a:r>
                      <a:endParaRPr lang="he-IL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משוקלל 0.9,0.1</a:t>
                      </a:r>
                      <a:endParaRPr lang="he-IL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15110062"/>
                  </a:ext>
                </a:extLst>
              </a:tr>
              <a:tr h="429593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800" u="none" strike="noStrike">
                          <a:solidFill>
                            <a:schemeClr val="bg1"/>
                          </a:solidFill>
                          <a:effectLst/>
                        </a:rPr>
                        <a:t>שנה</a:t>
                      </a:r>
                      <a:endParaRPr lang="he-IL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800" u="none" strike="noStrike">
                          <a:solidFill>
                            <a:schemeClr val="bg1"/>
                          </a:solidFill>
                          <a:effectLst/>
                        </a:rPr>
                        <a:t>ביקוש</a:t>
                      </a:r>
                      <a:endParaRPr lang="he-IL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תחזית</a:t>
                      </a:r>
                      <a:endParaRPr lang="he-IL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סטייה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תחזית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סטייה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תחזית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סטייה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תחזית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סטייה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תחזית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סטייה</a:t>
                      </a:r>
                      <a:endParaRPr lang="he-IL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תחזית</a:t>
                      </a:r>
                      <a:endParaRPr lang="he-IL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סטייה</a:t>
                      </a:r>
                      <a:endParaRPr lang="he-IL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תחזית</a:t>
                      </a:r>
                      <a:endParaRPr lang="he-IL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u="none" strike="noStrike">
                          <a:solidFill>
                            <a:schemeClr val="bg1"/>
                          </a:solidFill>
                          <a:effectLst/>
                        </a:rPr>
                        <a:t>סטייה</a:t>
                      </a:r>
                      <a:endParaRPr lang="he-IL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60047612"/>
                  </a:ext>
                </a:extLst>
              </a:tr>
              <a:tr h="343676"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2019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8640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798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8352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8352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288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7872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768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8256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384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8939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299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7968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672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83986752"/>
                  </a:ext>
                </a:extLst>
              </a:tr>
              <a:tr h="343676"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2021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9264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772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8448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8256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1008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8448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816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8640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624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8333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931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9349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8563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701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8889989"/>
                  </a:ext>
                </a:extLst>
              </a:tr>
              <a:tr h="343676"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2022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9888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795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8652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8952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936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8592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1296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9264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624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9014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874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9759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129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9202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686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3300932"/>
                  </a:ext>
                </a:extLst>
              </a:tr>
              <a:tr h="343676"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2023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10368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767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8899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9576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792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9264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1104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9888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480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9638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730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10169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199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9826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542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17392423"/>
                  </a:ext>
                </a:extLst>
              </a:tr>
              <a:tr h="644391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mad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           8,587.8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              756.0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      1,072.0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          624.0 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      729.75 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       177.94 </a:t>
                      </a:r>
                      <a:endParaRPr lang="x-none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        650.25 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94963579"/>
                  </a:ext>
                </a:extLst>
              </a:tr>
              <a:tr h="343676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>
                          <a:solidFill>
                            <a:schemeClr val="bg1"/>
                          </a:solidFill>
                          <a:effectLst/>
                        </a:rPr>
                        <a:t>mse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 73,794,368.2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      650,592.0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 891,072.0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    399,744.0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>
                          <a:solidFill>
                            <a:schemeClr val="bg1"/>
                          </a:solidFill>
                          <a:effectLst/>
                        </a:rPr>
                        <a:t>    577,748.25 </a:t>
                      </a:r>
                      <a:endParaRPr lang="x-none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 38,194.21 </a:t>
                      </a:r>
                      <a:endParaRPr lang="x-none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A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x-none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426,836.25 </a:t>
                      </a:r>
                      <a:endParaRPr lang="x-none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423508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11D9A7F3-88D7-D221-579E-5FE5591E18CC}"/>
                  </a:ext>
                </a:extLst>
              </p14:cNvPr>
              <p14:cNvContentPartPr/>
              <p14:nvPr/>
            </p14:nvContentPartPr>
            <p14:xfrm>
              <a:off x="10638337" y="6545748"/>
              <a:ext cx="1427400" cy="19008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11D9A7F3-88D7-D221-579E-5FE5591E18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75697" y="6483108"/>
                <a:ext cx="1553040" cy="31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32329" y="893729"/>
            <a:ext cx="10452849" cy="910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spc="-50" dirty="0" err="1">
                <a:latin typeface="+mj-lt"/>
                <a:ea typeface="+mj-ea"/>
                <a:cs typeface="+mj-cs"/>
              </a:rPr>
              <a:t>שיטת</a:t>
            </a:r>
            <a:r>
              <a:rPr lang="en-US" sz="4800" spc="-50" dirty="0">
                <a:latin typeface="+mj-lt"/>
                <a:ea typeface="+mj-ea"/>
                <a:cs typeface="+mj-cs"/>
              </a:rPr>
              <a:t> </a:t>
            </a:r>
            <a:r>
              <a:rPr lang="en-US" sz="4800" spc="-50" dirty="0" err="1">
                <a:latin typeface="+mj-lt"/>
                <a:ea typeface="+mj-ea"/>
                <a:cs typeface="+mj-cs"/>
              </a:rPr>
              <a:t>רגרסיה</a:t>
            </a:r>
            <a:r>
              <a:rPr lang="en-US" sz="4800" spc="-50" dirty="0">
                <a:latin typeface="+mj-lt"/>
                <a:ea typeface="+mj-ea"/>
                <a:cs typeface="+mj-cs"/>
              </a:rPr>
              <a:t> </a:t>
            </a:r>
            <a:r>
              <a:rPr lang="en-US" sz="4800" spc="-50" dirty="0" err="1">
                <a:latin typeface="+mj-lt"/>
                <a:ea typeface="+mj-ea"/>
                <a:cs typeface="+mj-cs"/>
              </a:rPr>
              <a:t>לינארית</a:t>
            </a:r>
            <a:endParaRPr lang="en-US" sz="4800" spc="-5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xmlns="" id="{8AE53349-959D-9828-F078-A894367C1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80" y="473950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xmlns="" id="{30D40EF3-1F39-F11B-2062-6A277E7963CF}"/>
                  </a:ext>
                </a:extLst>
              </p:cNvPr>
              <p:cNvSpPr txBox="1"/>
              <p:nvPr/>
            </p:nvSpPr>
            <p:spPr>
              <a:xfrm>
                <a:off x="8938983" y="1348975"/>
                <a:ext cx="2446195" cy="53399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>
                  <a:spcAft>
                    <a:spcPts val="800"/>
                  </a:spcAft>
                </a:pPr>
                <a:r>
                  <a:rPr lang="he-IL" sz="2000" u="none" strike="noStrike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</a:t>
                </a:r>
                <a:endParaRPr lang="x-none" sz="14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David" panose="020E0502060401010101" pitchFamily="34" charset="-79"/>
                        </a:rPr>
                        <m:t>𝒂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David" panose="020E0502060401010101" pitchFamily="34" charset="-79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David" panose="020E0502060401010101" pitchFamily="34" charset="-79"/>
                        </a:rPr>
                        <m:t>7</m:t>
                      </m:r>
                      <m:r>
                        <a:rPr lang="he-IL" sz="2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David" panose="020E0502060401010101" pitchFamily="34" charset="-79"/>
                        </a:rPr>
                        <m:t>,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David" panose="020E0502060401010101" pitchFamily="34" charset="-79"/>
                        </a:rPr>
                        <m:t>708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David" panose="020E0502060401010101" pitchFamily="34" charset="-79"/>
                        </a:rPr>
                        <m:t>.</m:t>
                      </m:r>
                      <m:r>
                        <a:rPr lang="en-US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David" panose="020E0502060401010101" pitchFamily="34" charset="-79"/>
                        </a:rPr>
                        <m:t>8</m:t>
                      </m:r>
                    </m:oMath>
                  </m:oMathPara>
                </a14:m>
                <a:endParaRPr lang="he-IL" sz="16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>
                  <a:spcAft>
                    <a:spcPts val="1000"/>
                  </a:spcAft>
                </a:pPr>
                <a:r>
                  <a:rPr lang="he-IL" sz="18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נקודת החיתוך של קו הרגרסיה עם ציר ה-</a:t>
                </a:r>
                <a:r>
                  <a:rPr lang="en-US" sz="18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Y</a:t>
                </a:r>
                <a:endParaRPr lang="x-none" sz="16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𝒃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410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057</m:t>
                      </m:r>
                    </m:oMath>
                  </m:oMathPara>
                </a14:m>
                <a:endParaRPr lang="he-IL" sz="16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>
                  <a:spcAft>
                    <a:spcPts val="1000"/>
                  </a:spcAft>
                </a:pPr>
                <a:r>
                  <a:rPr lang="he-IL" sz="18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שיפוע קו הרגרסיה, קצב הגידול/קיטון של </a:t>
                </a:r>
                <a:r>
                  <a:rPr lang="en-US" sz="18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Y</a:t>
                </a:r>
                <a:r>
                  <a:rPr lang="he-IL" sz="18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בכל יחידה אחת של </a:t>
                </a:r>
                <a:r>
                  <a:rPr lang="en-US" sz="18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X</a:t>
                </a:r>
                <a:endParaRPr lang="x-none" sz="16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𝒓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0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David" panose="020E0502060401010101" pitchFamily="34" charset="-79"/>
                        </a:rPr>
                        <m:t>8539</m:t>
                      </m:r>
                    </m:oMath>
                  </m:oMathPara>
                </a14:m>
                <a:endParaRPr lang="he-IL" sz="24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>
                  <a:spcAft>
                    <a:spcPts val="1000"/>
                  </a:spcAft>
                </a:pPr>
                <a:r>
                  <a:rPr lang="he-IL" sz="18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מקדם המתאם שבוחן את התאמת השיטה ורמת האמינות</a:t>
                </a:r>
                <a:r>
                  <a:rPr lang="en-US" sz="2400" dirty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</a:p>
              <a:p>
                <a:pPr algn="r" rtl="1">
                  <a:spcAft>
                    <a:spcPts val="1000"/>
                  </a:spcAft>
                </a:pPr>
                <a:endParaRPr lang="en-US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r" rtl="1">
                  <a:spcAft>
                    <a:spcPts val="1000"/>
                  </a:spcAft>
                </a:pPr>
                <a:endParaRPr lang="x-none" sz="14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30D40EF3-1F39-F11B-2062-6A277E796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83" y="1348975"/>
                <a:ext cx="2446195" cy="5339923"/>
              </a:xfrm>
              <a:prstGeom prst="rect">
                <a:avLst/>
              </a:prstGeom>
              <a:blipFill>
                <a:blip r:embed="rId3"/>
                <a:stretch>
                  <a:fillRect l="-3483" t="-457" r="-248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תרשים 19">
            <a:extLst>
              <a:ext uri="{FF2B5EF4-FFF2-40B4-BE49-F238E27FC236}">
                <a16:creationId xmlns:a16="http://schemas.microsoft.com/office/drawing/2014/main" xmlns="" id="{00000000-0008-0000-06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8329024"/>
              </p:ext>
            </p:extLst>
          </p:nvPr>
        </p:nvGraphicFramePr>
        <p:xfrm>
          <a:off x="601805" y="2408903"/>
          <a:ext cx="7617961" cy="3771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720DBF-9C03-E2A4-9B73-9318F426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xmlns="" id="{5353889D-E3AB-13AA-2522-D1E88E623A2E}"/>
              </a:ext>
            </a:extLst>
          </p:cNvPr>
          <p:cNvSpPr/>
          <p:nvPr/>
        </p:nvSpPr>
        <p:spPr>
          <a:xfrm>
            <a:off x="3733254" y="45092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en-US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מסקנות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xmlns="" id="{D2D467A2-A85E-2E20-3425-C4155EF90C52}"/>
              </a:ext>
            </a:extLst>
          </p:cNvPr>
          <p:cNvSpPr/>
          <p:nvPr/>
        </p:nvSpPr>
        <p:spPr>
          <a:xfrm>
            <a:off x="1227860" y="1841895"/>
            <a:ext cx="9736282" cy="3822353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xmlns="" id="{65F7B8D8-F073-268F-6AD5-458EF7FFBFE8}"/>
                  </a:ext>
                </a:extLst>
              </p:cNvPr>
              <p:cNvSpPr/>
              <p:nvPr/>
            </p:nvSpPr>
            <p:spPr>
              <a:xfrm>
                <a:off x="1342849" y="2589069"/>
                <a:ext cx="9506301" cy="23280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rtl="1"/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המודל המועדף לחיזוי שנת 2024 יתבסס על שיטת רגרסיה לינארית,</a:t>
                </a:r>
                <a:endParaRPr lang="en-US" sz="2800" dirty="0"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/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זאת משום שמדדי הסטיות במודל זה הינם הנמוכים ביותר,</a:t>
                </a:r>
                <a:endParaRPr lang="en-US" sz="2800" dirty="0"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/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וגם </a:t>
                </a:r>
                <a:r>
                  <a:rPr lang="he-IL" sz="280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מקדם המתאם </a:t>
                </a:r>
                <a:r>
                  <a:rPr lang="en-US" sz="280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David" panose="020E0502060401010101" pitchFamily="34" charset="-79"/>
                      </a:rPr>
                      <m:t>𝑟</m:t>
                    </m:r>
                    <m:r>
                      <a:rPr 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David" panose="020E0502060401010101" pitchFamily="34" charset="-79"/>
                      </a:rPr>
                      <m:t>=</m:t>
                    </m:r>
                    <m:r>
                      <a:rPr 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David" panose="020E0502060401010101" pitchFamily="34" charset="-79"/>
                      </a:rPr>
                      <m:t>0</m:t>
                    </m:r>
                    <m:r>
                      <a:rPr 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David" panose="020E0502060401010101" pitchFamily="34" charset="-79"/>
                      </a:rPr>
                      <m:t>.</m:t>
                    </m:r>
                    <m:r>
                      <a:rPr lang="en-US" sz="28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David" panose="020E0502060401010101" pitchFamily="34" charset="-79"/>
                      </a:rPr>
                      <m:t>853</m:t>
                    </m:r>
                  </m:oMath>
                </a14:m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מצביע על כך שקיים קשר חזק מאוד </a:t>
                </a:r>
                <a:endParaRPr lang="en-US" sz="2800" dirty="0"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/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בין המשתנה התלוי (ביקוש 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y</a:t>
                </a:r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) למשתנה הבלתי תלוי (תקופה </a:t>
                </a:r>
                <a:r>
                  <a:rPr lang="en-US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x</a:t>
                </a:r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) ,</a:t>
                </a:r>
                <a:endParaRPr lang="en-US" sz="2800" dirty="0"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/>
                <a:r>
                  <a:rPr lang="he-IL" sz="2800" dirty="0"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ניתן להסתמך על שיטת הרגרסיה ומומלץ מאוד להשתמש בה. </a:t>
                </a:r>
                <a:endParaRPr lang="x-none" sz="2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ctr" rtl="1"/>
                <a:endParaRPr 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65F7B8D8-F073-268F-6AD5-458EF7FFBF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849" y="2589069"/>
                <a:ext cx="9506301" cy="2328004"/>
              </a:xfrm>
              <a:prstGeom prst="rect">
                <a:avLst/>
              </a:prstGeom>
              <a:blipFill>
                <a:blip r:embed="rId3"/>
                <a:stretch>
                  <a:fillRect l="-705" t="-4712" r="-705" b="-785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5947B9D9-EC91-60E5-12C8-FEE24834F4EF}"/>
                  </a:ext>
                </a:extLst>
              </p14:cNvPr>
              <p14:cNvContentPartPr/>
              <p14:nvPr/>
            </p14:nvContentPartPr>
            <p14:xfrm>
              <a:off x="10744897" y="6508308"/>
              <a:ext cx="1310040" cy="24408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5947B9D9-EC91-60E5-12C8-FEE24834F4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81897" y="6445668"/>
                <a:ext cx="1435680" cy="3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578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>
            <a:extLst>
              <a:ext uri="{FF2B5EF4-FFF2-40B4-BE49-F238E27FC236}">
                <a16:creationId xmlns:a16="http://schemas.microsoft.com/office/drawing/2014/main" xmlns="" id="{C3D1EF96-108A-3E6E-7030-DB98A2BAA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09" b="16739"/>
          <a:stretch/>
        </p:blipFill>
        <p:spPr>
          <a:xfrm>
            <a:off x="0" y="-17619"/>
            <a:ext cx="12192000" cy="6875619"/>
          </a:xfrm>
          <a:prstGeom prst="rect">
            <a:avLst/>
          </a:prstGeom>
        </p:spPr>
      </p:pic>
      <p:sp>
        <p:nvSpPr>
          <p:cNvPr id="15" name="Shape 0">
            <a:extLst>
              <a:ext uri="{FF2B5EF4-FFF2-40B4-BE49-F238E27FC236}">
                <a16:creationId xmlns:a16="http://schemas.microsoft.com/office/drawing/2014/main" xmlns="" id="{791E4ED7-881B-E3D6-E661-15B3C5A768A9}"/>
              </a:ext>
            </a:extLst>
          </p:cNvPr>
          <p:cNvSpPr/>
          <p:nvPr/>
        </p:nvSpPr>
        <p:spPr>
          <a:xfrm>
            <a:off x="-44245" y="-77477"/>
            <a:ext cx="12280490" cy="7012954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x-none" sz="150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xmlns="" id="{9E154567-216A-97F0-3C51-1E96F8BC8E4F}"/>
              </a:ext>
            </a:extLst>
          </p:cNvPr>
          <p:cNvSpPr/>
          <p:nvPr/>
        </p:nvSpPr>
        <p:spPr>
          <a:xfrm>
            <a:off x="1061883" y="2304847"/>
            <a:ext cx="4569582" cy="3563675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xmlns="" id="{3D967BA2-2548-9760-415D-E00E627B98DE}"/>
              </a:ext>
            </a:extLst>
          </p:cNvPr>
          <p:cNvSpPr/>
          <p:nvPr/>
        </p:nvSpPr>
        <p:spPr>
          <a:xfrm>
            <a:off x="6664576" y="2304847"/>
            <a:ext cx="4569582" cy="3563675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/>
          </a:p>
        </p:txBody>
      </p:sp>
      <p:sp>
        <p:nvSpPr>
          <p:cNvPr id="2" name="Text 0"/>
          <p:cNvSpPr/>
          <p:nvPr/>
        </p:nvSpPr>
        <p:spPr>
          <a:xfrm>
            <a:off x="3733254" y="626711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he-IL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פרק 2 – ניהול מלאי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65326" y="268358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32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מוצרים עיקריים</a:t>
            </a:r>
            <a:endParaRPr lang="en-US"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7944" y="3470259"/>
            <a:ext cx="4361500" cy="123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375"/>
              </a:lnSpc>
              <a:buSzPct val="100000"/>
            </a:pPr>
            <a:r>
              <a:rPr lang="en-US" sz="2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מוצר</a:t>
            </a: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– A</a:t>
            </a:r>
            <a:r>
              <a:rPr lang="he-IL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שמנת מתוקה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9965" y="3838757"/>
            <a:ext cx="4361500" cy="123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375"/>
              </a:lnSpc>
              <a:buSzPct val="100000"/>
            </a:pPr>
            <a:r>
              <a:rPr lang="en-US" sz="2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מוצר</a:t>
            </a: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– B</a:t>
            </a:r>
            <a:r>
              <a:rPr lang="he-IL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פקאן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7944" y="4207255"/>
            <a:ext cx="4361500" cy="123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375"/>
              </a:lnSpc>
              <a:buSzPct val="100000"/>
            </a:pPr>
            <a:r>
              <a:rPr lang="en-US" sz="2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מוצר</a:t>
            </a: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– C</a:t>
            </a:r>
            <a:r>
              <a:rPr lang="he-IL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רוטב ביגלה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56094" y="268358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292"/>
              </a:lnSpc>
            </a:pPr>
            <a:r>
              <a:rPr lang="en-US" sz="3200" dirty="0" err="1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מטרת</a:t>
            </a:r>
            <a:r>
              <a:rPr lang="en-US" sz="32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200" dirty="0" err="1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הפרק</a:t>
            </a:r>
            <a:endParaRPr lang="en-US"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1">
              <a:lnSpc>
                <a:spcPts val="2292"/>
              </a:lnSpc>
            </a:pPr>
            <a:endParaRPr lang="en-US"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68617" y="3470259"/>
            <a:ext cx="4361500" cy="2465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ניתוח מלאי בגלידרייה על בסיס עיקרון </a:t>
            </a:r>
            <a:r>
              <a:rPr lang="he-IL" sz="2400" dirty="0" err="1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פארטו</a:t>
            </a: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ו פיתוח מודל לניהול מדיניות מלאי בעזרת תוכנת</a:t>
            </a:r>
            <a:r>
              <a:rPr lang="en-US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Excel Microsoft </a:t>
            </a: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המבוסס על מודלים מקובלים ומציאת חיסכון בין המצב הקיים למצב אופטימלי</a:t>
            </a:r>
            <a:r>
              <a:rPr lang="en-US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  <a:endParaRPr lang="x-none" sz="2400" dirty="0">
              <a:solidFill>
                <a:schemeClr val="bg2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קבוצה 6">
            <a:extLst>
              <a:ext uri="{FF2B5EF4-FFF2-40B4-BE49-F238E27FC236}">
                <a16:creationId xmlns:a16="http://schemas.microsoft.com/office/drawing/2014/main" xmlns="" id="{5952D49B-4294-3E2B-D4CA-44D95AB99D7F}"/>
              </a:ext>
            </a:extLst>
          </p:cNvPr>
          <p:cNvGrpSpPr/>
          <p:nvPr/>
        </p:nvGrpSpPr>
        <p:grpSpPr>
          <a:xfrm>
            <a:off x="10736617" y="6518748"/>
            <a:ext cx="1357200" cy="198000"/>
            <a:chOff x="10736617" y="6518748"/>
            <a:chExt cx="135720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דיו 3">
                  <a:extLst>
                    <a:ext uri="{FF2B5EF4-FFF2-40B4-BE49-F238E27FC236}">
                      <a16:creationId xmlns:a16="http://schemas.microsoft.com/office/drawing/2014/main" xmlns="" id="{F19D9D68-2DF2-C5E3-38D0-9593509F9830}"/>
                    </a:ext>
                  </a:extLst>
                </p14:cNvPr>
                <p14:cNvContentPartPr/>
                <p14:nvPr/>
              </p14:nvContentPartPr>
              <p14:xfrm>
                <a:off x="10805017" y="6685788"/>
                <a:ext cx="1269000" cy="30960"/>
              </p14:xfrm>
            </p:contentPart>
          </mc:Choice>
          <mc:Fallback xmlns="">
            <p:pic>
              <p:nvPicPr>
                <p:cNvPr id="4" name="דיו 3">
                  <a:extLst>
                    <a:ext uri="{FF2B5EF4-FFF2-40B4-BE49-F238E27FC236}">
                      <a16:creationId xmlns:a16="http://schemas.microsoft.com/office/drawing/2014/main" id="{F19D9D68-2DF2-C5E3-38D0-9593509F98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742377" y="6622788"/>
                  <a:ext cx="1394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דיו 4">
                  <a:extLst>
                    <a:ext uri="{FF2B5EF4-FFF2-40B4-BE49-F238E27FC236}">
                      <a16:creationId xmlns:a16="http://schemas.microsoft.com/office/drawing/2014/main" xmlns="" id="{BB57B61C-192B-6AE2-FFDE-83AE074DE2A8}"/>
                    </a:ext>
                  </a:extLst>
                </p14:cNvPr>
                <p14:cNvContentPartPr/>
                <p14:nvPr/>
              </p14:nvContentPartPr>
              <p14:xfrm>
                <a:off x="10768297" y="6557268"/>
                <a:ext cx="1325520" cy="62280"/>
              </p14:xfrm>
            </p:contentPart>
          </mc:Choice>
          <mc:Fallback xmlns="">
            <p:pic>
              <p:nvPicPr>
                <p:cNvPr id="5" name="דיו 4">
                  <a:extLst>
                    <a:ext uri="{FF2B5EF4-FFF2-40B4-BE49-F238E27FC236}">
                      <a16:creationId xmlns:a16="http://schemas.microsoft.com/office/drawing/2014/main" id="{BB57B61C-192B-6AE2-FFDE-83AE074DE2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05297" y="6494628"/>
                  <a:ext cx="1451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דיו 5">
                  <a:extLst>
                    <a:ext uri="{FF2B5EF4-FFF2-40B4-BE49-F238E27FC236}">
                      <a16:creationId xmlns:a16="http://schemas.microsoft.com/office/drawing/2014/main" xmlns="" id="{64F446D5-7700-630E-6E64-B0437411341A}"/>
                    </a:ext>
                  </a:extLst>
                </p14:cNvPr>
                <p14:cNvContentPartPr/>
                <p14:nvPr/>
              </p14:nvContentPartPr>
              <p14:xfrm>
                <a:off x="10736617" y="6518748"/>
                <a:ext cx="167400" cy="360"/>
              </p14:xfrm>
            </p:contentPart>
          </mc:Choice>
          <mc:Fallback xmlns="">
            <p:pic>
              <p:nvPicPr>
                <p:cNvPr id="6" name="דיו 5">
                  <a:extLst>
                    <a:ext uri="{FF2B5EF4-FFF2-40B4-BE49-F238E27FC236}">
                      <a16:creationId xmlns:a16="http://schemas.microsoft.com/office/drawing/2014/main" id="{64F446D5-7700-630E-6E64-B043741134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73617" y="6456108"/>
                  <a:ext cx="29304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תמונה 7" descr="תמונה שמכילה טקסט, תרשים, קו, עלילה&#10;&#10;התיאור נוצר באופן אוטומטי">
            <a:extLst>
              <a:ext uri="{FF2B5EF4-FFF2-40B4-BE49-F238E27FC236}">
                <a16:creationId xmlns:a16="http://schemas.microsoft.com/office/drawing/2014/main" xmlns="" id="{27840C5D-C503-7CB3-C862-C73B55BF4249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550545" y="1641988"/>
            <a:ext cx="8455804" cy="4742057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xmlns="" id="{6BEABF58-42D2-301D-E2E6-8D45E03C2999}"/>
              </a:ext>
            </a:extLst>
          </p:cNvPr>
          <p:cNvSpPr/>
          <p:nvPr/>
        </p:nvSpPr>
        <p:spPr>
          <a:xfrm>
            <a:off x="9006349" y="473955"/>
            <a:ext cx="284452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he-IL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מוצר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80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AD6423-5ECA-DAA8-7B04-A5089E63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קבוצה 6">
            <a:extLst>
              <a:ext uri="{FF2B5EF4-FFF2-40B4-BE49-F238E27FC236}">
                <a16:creationId xmlns:a16="http://schemas.microsoft.com/office/drawing/2014/main" xmlns="" id="{202D0B9A-304C-C67C-E3C9-47BE581423E1}"/>
              </a:ext>
            </a:extLst>
          </p:cNvPr>
          <p:cNvGrpSpPr/>
          <p:nvPr/>
        </p:nvGrpSpPr>
        <p:grpSpPr>
          <a:xfrm>
            <a:off x="10736617" y="6518748"/>
            <a:ext cx="1357200" cy="198000"/>
            <a:chOff x="10736617" y="6518748"/>
            <a:chExt cx="135720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דיו 3">
                  <a:extLst>
                    <a:ext uri="{FF2B5EF4-FFF2-40B4-BE49-F238E27FC236}">
                      <a16:creationId xmlns:a16="http://schemas.microsoft.com/office/drawing/2014/main" xmlns="" id="{9DD7848A-D45A-5ECE-A654-0D6BF59E1610}"/>
                    </a:ext>
                  </a:extLst>
                </p14:cNvPr>
                <p14:cNvContentPartPr/>
                <p14:nvPr/>
              </p14:nvContentPartPr>
              <p14:xfrm>
                <a:off x="10805017" y="6685788"/>
                <a:ext cx="1269000" cy="30960"/>
              </p14:xfrm>
            </p:contentPart>
          </mc:Choice>
          <mc:Fallback xmlns="">
            <p:pic>
              <p:nvPicPr>
                <p:cNvPr id="4" name="דיו 3">
                  <a:extLst>
                    <a:ext uri="{FF2B5EF4-FFF2-40B4-BE49-F238E27FC236}">
                      <a16:creationId xmlns:a16="http://schemas.microsoft.com/office/drawing/2014/main" id="{9DD7848A-D45A-5ECE-A654-0D6BF59E161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742017" y="6623512"/>
                  <a:ext cx="1394640" cy="155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דיו 4">
                  <a:extLst>
                    <a:ext uri="{FF2B5EF4-FFF2-40B4-BE49-F238E27FC236}">
                      <a16:creationId xmlns:a16="http://schemas.microsoft.com/office/drawing/2014/main" xmlns="" id="{E1C9DDCD-BA4C-0DDE-E74D-7F6B29A85215}"/>
                    </a:ext>
                  </a:extLst>
                </p14:cNvPr>
                <p14:cNvContentPartPr/>
                <p14:nvPr/>
              </p14:nvContentPartPr>
              <p14:xfrm>
                <a:off x="10768297" y="6557268"/>
                <a:ext cx="1325520" cy="62280"/>
              </p14:xfrm>
            </p:contentPart>
          </mc:Choice>
          <mc:Fallback xmlns="">
            <p:pic>
              <p:nvPicPr>
                <p:cNvPr id="5" name="דיו 4">
                  <a:extLst>
                    <a:ext uri="{FF2B5EF4-FFF2-40B4-BE49-F238E27FC236}">
                      <a16:creationId xmlns:a16="http://schemas.microsoft.com/office/drawing/2014/main" id="{E1C9DDCD-BA4C-0DDE-E74D-7F6B29A852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05297" y="6493902"/>
                  <a:ext cx="1451160" cy="188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דיו 5">
                  <a:extLst>
                    <a:ext uri="{FF2B5EF4-FFF2-40B4-BE49-F238E27FC236}">
                      <a16:creationId xmlns:a16="http://schemas.microsoft.com/office/drawing/2014/main" xmlns="" id="{9B6946CF-91C3-7E95-219D-C99926EDD713}"/>
                    </a:ext>
                  </a:extLst>
                </p14:cNvPr>
                <p14:cNvContentPartPr/>
                <p14:nvPr/>
              </p14:nvContentPartPr>
              <p14:xfrm>
                <a:off x="10736617" y="6518748"/>
                <a:ext cx="167400" cy="360"/>
              </p14:xfrm>
            </p:contentPart>
          </mc:Choice>
          <mc:Fallback xmlns="">
            <p:pic>
              <p:nvPicPr>
                <p:cNvPr id="6" name="דיו 5">
                  <a:extLst>
                    <a:ext uri="{FF2B5EF4-FFF2-40B4-BE49-F238E27FC236}">
                      <a16:creationId xmlns:a16="http://schemas.microsoft.com/office/drawing/2014/main" id="{9B6946CF-91C3-7E95-219D-C99926EDD7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73752" y="6455748"/>
                  <a:ext cx="29277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xmlns="" id="{5C7A69E5-8F14-C872-B7DA-A6FB796BD44E}"/>
              </a:ext>
            </a:extLst>
          </p:cNvPr>
          <p:cNvSpPr/>
          <p:nvPr/>
        </p:nvSpPr>
        <p:spPr>
          <a:xfrm>
            <a:off x="9006349" y="473955"/>
            <a:ext cx="284452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 </a:t>
            </a:r>
            <a:r>
              <a:rPr lang="he-IL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מוצר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xmlns="" id="{706A0F6A-FC82-3BD9-F5DB-AE53678C2C57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238" y="1541671"/>
            <a:ext cx="8242291" cy="481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8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4B5173-C632-88C5-31DB-45C8F44F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xmlns="" id="{253DB27C-77D7-A3F3-3578-7165E6061959}"/>
              </a:ext>
            </a:extLst>
          </p:cNvPr>
          <p:cNvSpPr/>
          <p:nvPr/>
        </p:nvSpPr>
        <p:spPr>
          <a:xfrm>
            <a:off x="3733254" y="485881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en-US" sz="5400" dirty="0" err="1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ממצאים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5BC04FF1-BB35-53D4-97F4-89F688E07283}"/>
                  </a:ext>
                </a:extLst>
              </p14:cNvPr>
              <p14:cNvContentPartPr/>
              <p14:nvPr/>
            </p14:nvContentPartPr>
            <p14:xfrm>
              <a:off x="10638337" y="6545748"/>
              <a:ext cx="1427400" cy="19008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5BC04FF1-BB35-53D4-97F4-89F688E072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75697" y="6483108"/>
                <a:ext cx="1553040" cy="3157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xmlns="" id="{8C5589FB-5A74-335A-DD76-216C80680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95807"/>
              </p:ext>
            </p:extLst>
          </p:nvPr>
        </p:nvGraphicFramePr>
        <p:xfrm>
          <a:off x="1551716" y="1614701"/>
          <a:ext cx="9088568" cy="430847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86074">
                  <a:extLst>
                    <a:ext uri="{9D8B030D-6E8A-4147-A177-3AD203B41FA5}">
                      <a16:colId xmlns:a16="http://schemas.microsoft.com/office/drawing/2014/main" xmlns="" val="223709633"/>
                    </a:ext>
                  </a:extLst>
                </a:gridCol>
                <a:gridCol w="1538778">
                  <a:extLst>
                    <a:ext uri="{9D8B030D-6E8A-4147-A177-3AD203B41FA5}">
                      <a16:colId xmlns:a16="http://schemas.microsoft.com/office/drawing/2014/main" xmlns="" val="909796524"/>
                    </a:ext>
                  </a:extLst>
                </a:gridCol>
                <a:gridCol w="1812469">
                  <a:extLst>
                    <a:ext uri="{9D8B030D-6E8A-4147-A177-3AD203B41FA5}">
                      <a16:colId xmlns:a16="http://schemas.microsoft.com/office/drawing/2014/main" xmlns="" val="4058420278"/>
                    </a:ext>
                  </a:extLst>
                </a:gridCol>
                <a:gridCol w="1540331">
                  <a:extLst>
                    <a:ext uri="{9D8B030D-6E8A-4147-A177-3AD203B41FA5}">
                      <a16:colId xmlns:a16="http://schemas.microsoft.com/office/drawing/2014/main" xmlns="" val="2571967230"/>
                    </a:ext>
                  </a:extLst>
                </a:gridCol>
                <a:gridCol w="1810916">
                  <a:extLst>
                    <a:ext uri="{9D8B030D-6E8A-4147-A177-3AD203B41FA5}">
                      <a16:colId xmlns:a16="http://schemas.microsoft.com/office/drawing/2014/main" xmlns="" val="2359009569"/>
                    </a:ext>
                  </a:extLst>
                </a:gridCol>
              </a:tblGrid>
              <a:tr h="36356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</a:pPr>
                      <a:endParaRPr lang="x-none" sz="1600" dirty="0">
                        <a:solidFill>
                          <a:schemeClr val="bg2"/>
                        </a:solidFill>
                        <a:effectLst/>
                        <a:latin typeface="Roboto 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מוצר 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A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מוצר 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B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77583322"/>
                  </a:ext>
                </a:extLst>
              </a:tr>
              <a:tr h="62146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פרמטרים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0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מצב קיים</a:t>
                      </a:r>
                      <a:endParaRPr lang="x-none" sz="16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0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מודל שיני מסור</a:t>
                      </a:r>
                      <a:endParaRPr lang="x-none" sz="16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0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מצב קיים</a:t>
                      </a:r>
                      <a:endParaRPr lang="x-none" sz="16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0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מודל שיני מסור</a:t>
                      </a:r>
                      <a:endParaRPr lang="x-none" sz="16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7203207"/>
                  </a:ext>
                </a:extLst>
              </a:tr>
              <a:tr h="62146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Q</a:t>
                      </a:r>
                      <a:endParaRPr lang="he-IL" sz="2400" dirty="0">
                        <a:solidFill>
                          <a:schemeClr val="bg2"/>
                        </a:solidFill>
                        <a:effectLst/>
                        <a:latin typeface="Roboto 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2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16</a:t>
                      </a:r>
                      <a:endParaRPr lang="x-none" sz="20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3</a:t>
                      </a:r>
                      <a:endParaRPr lang="x-none" sz="20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74</a:t>
                      </a:r>
                      <a:endParaRPr lang="x-none" sz="20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1775587"/>
                  </a:ext>
                </a:extLst>
              </a:tr>
              <a:tr h="62146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B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3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2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6</a:t>
                      </a:r>
                      <a:endParaRPr lang="x-none" sz="20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3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292053"/>
                  </a:ext>
                </a:extLst>
              </a:tr>
              <a:tr h="62146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TC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52,508.00</a:t>
                      </a:r>
                      <a:endParaRPr lang="x-none" sz="18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49,467.50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20,103.75</a:t>
                      </a:r>
                      <a:endParaRPr lang="x-none" sz="18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15,670.59</a:t>
                      </a:r>
                      <a:endParaRPr lang="x-none" sz="180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3526531"/>
                  </a:ext>
                </a:extLst>
              </a:tr>
              <a:tr h="74495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כמות הזמנות בשנה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78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10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96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4</a:t>
                      </a:r>
                      <a:endParaRPr lang="x-none" sz="20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0925611"/>
                  </a:ext>
                </a:extLst>
              </a:tr>
              <a:tr h="62146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he-IL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חיסכון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</a:pPr>
                      <a:endParaRPr lang="x-none" sz="1800">
                        <a:solidFill>
                          <a:schemeClr val="bg2"/>
                        </a:solidFill>
                        <a:effectLst/>
                        <a:latin typeface="Roboto 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3,040.50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231DA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</a:pP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Roboto "/>
                        </a:rPr>
                        <a:t>4,433.16</a:t>
                      </a:r>
                      <a:endParaRPr lang="x-none" sz="1800" dirty="0">
                        <a:solidFill>
                          <a:schemeClr val="bg2"/>
                        </a:solidFill>
                        <a:effectLst/>
                        <a:latin typeface="Roboto 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231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986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176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A3382E8-2969-DE01-C686-C5130D6C9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>
            <a:extLst>
              <a:ext uri="{FF2B5EF4-FFF2-40B4-BE49-F238E27FC236}">
                <a16:creationId xmlns:a16="http://schemas.microsoft.com/office/drawing/2014/main" xmlns="" id="{DEC70ECC-A5F4-5647-F8F1-01329440321B}"/>
              </a:ext>
            </a:extLst>
          </p:cNvPr>
          <p:cNvSpPr/>
          <p:nvPr/>
        </p:nvSpPr>
        <p:spPr>
          <a:xfrm>
            <a:off x="1204451" y="5074258"/>
            <a:ext cx="9783098" cy="1352753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xmlns="" id="{6750ADE5-6A32-BDC1-E1BC-CB67A74A99FF}"/>
              </a:ext>
            </a:extLst>
          </p:cNvPr>
          <p:cNvSpPr/>
          <p:nvPr/>
        </p:nvSpPr>
        <p:spPr>
          <a:xfrm>
            <a:off x="3733254" y="485881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en-US" sz="5400" dirty="0" err="1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ממצאים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A7E60891-3ECB-0934-4F11-647D2E237B36}"/>
                  </a:ext>
                </a:extLst>
              </p14:cNvPr>
              <p14:cNvContentPartPr/>
              <p14:nvPr/>
            </p14:nvContentPartPr>
            <p14:xfrm>
              <a:off x="10638337" y="6545748"/>
              <a:ext cx="1427400" cy="19008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A7E60891-3ECB-0934-4F11-647D2E237B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75337" y="6482748"/>
                <a:ext cx="1553040" cy="3157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תרשים 4">
            <a:extLst>
              <a:ext uri="{FF2B5EF4-FFF2-40B4-BE49-F238E27FC236}">
                <a16:creationId xmlns:a16="http://schemas.microsoft.com/office/drawing/2014/main" xmlns="" id="{F22F4A59-D5B3-20C2-0213-E28C71B75F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7817291"/>
              </p:ext>
            </p:extLst>
          </p:nvPr>
        </p:nvGraphicFramePr>
        <p:xfrm>
          <a:off x="144275" y="1391161"/>
          <a:ext cx="5523394" cy="3211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xmlns="" id="{C651022A-2AE5-2D56-5B49-8196DBBF76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157450"/>
              </p:ext>
            </p:extLst>
          </p:nvPr>
        </p:nvGraphicFramePr>
        <p:xfrm>
          <a:off x="6439303" y="1391161"/>
          <a:ext cx="5626434" cy="3211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תיבת טקסט 10">
            <a:extLst>
              <a:ext uri="{FF2B5EF4-FFF2-40B4-BE49-F238E27FC236}">
                <a16:creationId xmlns:a16="http://schemas.microsoft.com/office/drawing/2014/main" xmlns="" id="{E420580A-F37E-947C-E0C2-303589366251}"/>
              </a:ext>
            </a:extLst>
          </p:cNvPr>
          <p:cNvSpPr txBox="1"/>
          <p:nvPr/>
        </p:nvSpPr>
        <p:spPr>
          <a:xfrm>
            <a:off x="1788645" y="5273582"/>
            <a:ext cx="88586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David" panose="020E0502060401010101" pitchFamily="34" charset="-79"/>
              </a:rPr>
              <a:t>מסקנה :  ניתן להסיק שמעבר לניהול מלאי לפי מודל שיני מסור בפריטי </a:t>
            </a:r>
            <a:r>
              <a:rPr lang="en-US" sz="2800" dirty="0">
                <a:solidFill>
                  <a:schemeClr val="bg2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A</a:t>
            </a:r>
            <a:r>
              <a:rPr lang="he-IL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David" panose="020E0502060401010101" pitchFamily="34" charset="-79"/>
              </a:rPr>
              <a:t> ו </a:t>
            </a:r>
            <a:r>
              <a:rPr lang="en-US" sz="2800" dirty="0">
                <a:solidFill>
                  <a:schemeClr val="bg2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 B</a:t>
            </a:r>
            <a:r>
              <a:rPr lang="he-IL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David" panose="020E0502060401010101" pitchFamily="34" charset="-79"/>
              </a:rPr>
              <a:t> תוביל לחיסכון לעסק .</a:t>
            </a:r>
            <a:endParaRPr lang="x-none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554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>
            <a:extLst>
              <a:ext uri="{FF2B5EF4-FFF2-40B4-BE49-F238E27FC236}">
                <a16:creationId xmlns:a16="http://schemas.microsoft.com/office/drawing/2014/main" xmlns="" id="{94E5B608-DEAD-6773-C39C-78684B633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6" r="-1" b="41549"/>
          <a:stretch/>
        </p:blipFill>
        <p:spPr>
          <a:xfrm>
            <a:off x="-167147" y="-15801"/>
            <a:ext cx="12359148" cy="7002684"/>
          </a:xfrm>
          <a:prstGeom prst="rect">
            <a:avLst/>
          </a:prstGeom>
        </p:spPr>
      </p:pic>
      <p:sp>
        <p:nvSpPr>
          <p:cNvPr id="34" name="Shape 0">
            <a:extLst>
              <a:ext uri="{FF2B5EF4-FFF2-40B4-BE49-F238E27FC236}">
                <a16:creationId xmlns:a16="http://schemas.microsoft.com/office/drawing/2014/main" xmlns="" id="{3E5553AD-20EA-E134-4627-14B29996057D}"/>
              </a:ext>
            </a:extLst>
          </p:cNvPr>
          <p:cNvSpPr/>
          <p:nvPr/>
        </p:nvSpPr>
        <p:spPr>
          <a:xfrm>
            <a:off x="-83575" y="-71926"/>
            <a:ext cx="12600040" cy="7219977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x-none" sz="1500"/>
          </a:p>
        </p:txBody>
      </p:sp>
      <p:sp>
        <p:nvSpPr>
          <p:cNvPr id="3" name="Text 0"/>
          <p:cNvSpPr/>
          <p:nvPr/>
        </p:nvSpPr>
        <p:spPr>
          <a:xfrm>
            <a:off x="3672185" y="45790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he-IL" sz="5400" dirty="0">
                <a:solidFill>
                  <a:srgbClr val="F2F2F3"/>
                </a:solidFill>
                <a:latin typeface="Roboto "/>
              </a:rPr>
              <a:t>פרק 3 – </a:t>
            </a:r>
            <a:r>
              <a:rPr lang="he-IL" sz="5400" dirty="0" err="1">
                <a:solidFill>
                  <a:srgbClr val="F2F2F3"/>
                </a:solidFill>
                <a:latin typeface="Roboto "/>
              </a:rPr>
              <a:t>סאפ</a:t>
            </a:r>
            <a:r>
              <a:rPr lang="he-IL" sz="5400" dirty="0">
                <a:solidFill>
                  <a:srgbClr val="F2F2F3"/>
                </a:solidFill>
                <a:latin typeface="Roboto "/>
              </a:rPr>
              <a:t> </a:t>
            </a:r>
            <a:endParaRPr lang="en-US" sz="5400" dirty="0">
              <a:latin typeface="Roboto 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504259" y="1581224"/>
            <a:ext cx="25400" cy="4923532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04185" y="1993775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DFDA00"/>
          </a:solidFill>
          <a:ln/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56574" y="177023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he-IL" sz="2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מטרת הפרק</a:t>
            </a:r>
            <a:endParaRPr lang="en-US" sz="2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41001" y="2320845"/>
            <a:ext cx="3842679" cy="1173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375"/>
              </a:lnSpc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יישום מערכת </a:t>
            </a:r>
            <a:r>
              <a:rPr lang="en-US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ERP</a:t>
            </a: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בעזרת תוכנת </a:t>
            </a:r>
            <a:r>
              <a:rPr lang="en-US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SAP </a:t>
            </a:r>
            <a:r>
              <a:rPr lang="he-IL" sz="2400" dirty="0">
                <a:solidFill>
                  <a:schemeClr val="bg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על ידי </a:t>
            </a:r>
          </a:p>
          <a:p>
            <a:pPr algn="ctr" rtl="1">
              <a:lnSpc>
                <a:spcPts val="2375"/>
              </a:lnSpc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שילוב מספר מודולים , תהליכים ודוחות </a:t>
            </a:r>
          </a:p>
          <a:p>
            <a:pPr algn="ctr" rtl="1">
              <a:lnSpc>
                <a:spcPts val="2375"/>
              </a:lnSpc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לניתוח וקבלת החלטות בארגון .</a:t>
            </a:r>
            <a:endParaRPr lang="x-none" sz="2400" dirty="0">
              <a:solidFill>
                <a:schemeClr val="bg2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 rtl="1">
              <a:lnSpc>
                <a:spcPts val="2375"/>
              </a:lnSpc>
            </a:pPr>
            <a:endParaRPr lang="en-US" dirty="0">
              <a:solidFill>
                <a:schemeClr val="bg2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42804" y="3284612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304333" y="3071986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053212" y="570630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92"/>
              </a:lnSpc>
            </a:pPr>
            <a:r>
              <a:rPr lang="he-IL" sz="24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דוח מלאי סופי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xmlns="" id="{895D08AF-0282-6748-7B9C-426216F7177E}"/>
              </a:ext>
            </a:extLst>
          </p:cNvPr>
          <p:cNvSpPr/>
          <p:nvPr/>
        </p:nvSpPr>
        <p:spPr>
          <a:xfrm>
            <a:off x="4742804" y="4546513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xmlns="" id="{9A9744AB-B665-F513-E9E5-BF35C3FC2832}"/>
              </a:ext>
            </a:extLst>
          </p:cNvPr>
          <p:cNvSpPr/>
          <p:nvPr/>
        </p:nvSpPr>
        <p:spPr>
          <a:xfrm>
            <a:off x="5304333" y="433388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xmlns="" id="{5042A11C-0647-BABA-0B4D-ACC0F9259195}"/>
              </a:ext>
            </a:extLst>
          </p:cNvPr>
          <p:cNvSpPr/>
          <p:nvPr/>
        </p:nvSpPr>
        <p:spPr>
          <a:xfrm>
            <a:off x="4730104" y="5828542"/>
            <a:ext cx="661492" cy="2540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xmlns="" id="{6B6A5CF8-9D46-62A5-752D-704C4F20D9FF}"/>
              </a:ext>
            </a:extLst>
          </p:cNvPr>
          <p:cNvSpPr/>
          <p:nvPr/>
        </p:nvSpPr>
        <p:spPr>
          <a:xfrm>
            <a:off x="5291633" y="5615916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xmlns="" id="{01CFD629-57A4-BDEF-1A66-31B0005FCB43}"/>
              </a:ext>
            </a:extLst>
          </p:cNvPr>
          <p:cNvSpPr/>
          <p:nvPr/>
        </p:nvSpPr>
        <p:spPr>
          <a:xfrm>
            <a:off x="2053212" y="439008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92"/>
              </a:lnSpc>
            </a:pPr>
            <a:r>
              <a:rPr lang="he-IL" sz="24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דוח עץ מוצר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xmlns="" id="{F262436E-46DC-816D-391B-53E3F9F4B6FC}"/>
              </a:ext>
            </a:extLst>
          </p:cNvPr>
          <p:cNvSpPr/>
          <p:nvPr/>
        </p:nvSpPr>
        <p:spPr>
          <a:xfrm>
            <a:off x="2053212" y="313697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292"/>
              </a:lnSpc>
            </a:pPr>
            <a:r>
              <a:rPr lang="he-IL" sz="24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דוח מלאי מחסן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xmlns="" id="{44593551-591F-5DF9-2A80-CA9B3E8018D6}"/>
              </a:ext>
            </a:extLst>
          </p:cNvPr>
          <p:cNvSpPr/>
          <p:nvPr/>
        </p:nvSpPr>
        <p:spPr>
          <a:xfrm>
            <a:off x="5304333" y="1806549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  <p:txBody>
          <a:bodyPr/>
          <a:lstStyle/>
          <a:p>
            <a:endParaRPr lang="x-none" sz="1500"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594E87-1AFB-0177-CA62-7BD2B84A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xmlns="" id="{069577FA-FE58-E0E3-7648-5BE8C02F7520}"/>
              </a:ext>
            </a:extLst>
          </p:cNvPr>
          <p:cNvSpPr/>
          <p:nvPr/>
        </p:nvSpPr>
        <p:spPr>
          <a:xfrm>
            <a:off x="3733254" y="45092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he-IL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דוחות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xmlns="" id="{4AF67CE8-9E1F-F166-3F45-4CEC898B6C3F}"/>
              </a:ext>
            </a:extLst>
          </p:cNvPr>
          <p:cNvSpPr/>
          <p:nvPr/>
        </p:nvSpPr>
        <p:spPr>
          <a:xfrm>
            <a:off x="8825787" y="1576425"/>
            <a:ext cx="3229149" cy="832479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xmlns="" id="{A7F4B00E-3888-5889-8326-4C3DEEBB8931}"/>
              </a:ext>
            </a:extLst>
          </p:cNvPr>
          <p:cNvSpPr/>
          <p:nvPr/>
        </p:nvSpPr>
        <p:spPr>
          <a:xfrm>
            <a:off x="8825787" y="1738618"/>
            <a:ext cx="3229150" cy="508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/>
            <a:r>
              <a:rPr lang="he-IL" sz="2800" dirty="0">
                <a:solidFill>
                  <a:schemeClr val="bg1"/>
                </a:solidFill>
                <a:effectLst/>
                <a:latin typeface="Roboto  "/>
                <a:ea typeface="Calibri" panose="020F0502020204030204" pitchFamily="34" charset="0"/>
                <a:cs typeface="David" panose="020E0502060401010101" pitchFamily="34" charset="-79"/>
              </a:rPr>
              <a:t>דוח מלאי מחסן ראשוני</a:t>
            </a:r>
            <a:endParaRPr lang="x-none" sz="2800" dirty="0">
              <a:solidFill>
                <a:schemeClr val="bg1"/>
              </a:solidFill>
              <a:effectLst/>
              <a:latin typeface="Roboto  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/>
            <a:endParaRPr lang="en-US" sz="1600" dirty="0">
              <a:solidFill>
                <a:schemeClr val="bg1"/>
              </a:solidFill>
              <a:latin typeface="Roboto  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B13BB9C9-C8E3-A620-7E46-4B44328BB539}"/>
                  </a:ext>
                </a:extLst>
              </p14:cNvPr>
              <p14:cNvContentPartPr/>
              <p14:nvPr/>
            </p14:nvContentPartPr>
            <p14:xfrm>
              <a:off x="10744897" y="6508308"/>
              <a:ext cx="1310040" cy="24408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B13BB9C9-C8E3-A620-7E46-4B44328BB5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1897" y="6445668"/>
                <a:ext cx="1435680" cy="3697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תמונה 3" descr="תמונה שמכילה טקסט, צילום מסך, מספר&#10;&#10;התיאור נוצר באופן אוטומטי">
            <a:extLst>
              <a:ext uri="{FF2B5EF4-FFF2-40B4-BE49-F238E27FC236}">
                <a16:creationId xmlns:a16="http://schemas.microsoft.com/office/drawing/2014/main" xmlns="" id="{33B2BA6F-C337-072B-F413-A2B5E0BC9F1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05"/>
          <a:stretch/>
        </p:blipFill>
        <p:spPr bwMode="auto">
          <a:xfrm>
            <a:off x="390959" y="2009045"/>
            <a:ext cx="8067787" cy="30793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Shape 7">
            <a:extLst>
              <a:ext uri="{FF2B5EF4-FFF2-40B4-BE49-F238E27FC236}">
                <a16:creationId xmlns:a16="http://schemas.microsoft.com/office/drawing/2014/main" xmlns="" id="{9F4C76B4-C728-7039-5C79-F77A312367EA}"/>
              </a:ext>
            </a:extLst>
          </p:cNvPr>
          <p:cNvSpPr/>
          <p:nvPr/>
        </p:nvSpPr>
        <p:spPr>
          <a:xfrm>
            <a:off x="8825787" y="2682554"/>
            <a:ext cx="3229149" cy="2987436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xmlns="" id="{6C45E55A-5366-8348-5AC6-66666B565611}"/>
              </a:ext>
            </a:extLst>
          </p:cNvPr>
          <p:cNvSpPr/>
          <p:nvPr/>
        </p:nvSpPr>
        <p:spPr>
          <a:xfrm>
            <a:off x="8825787" y="2844747"/>
            <a:ext cx="3229150" cy="1823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דוח זה מציג את הפריטים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הקיימים במלאי ואת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הכמויות שלהם במחסן טרם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יצירת עץ מוצר וביצוע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הזמנות מספקים וללקוחות .</a:t>
            </a:r>
            <a:endParaRPr lang="x-none" sz="2400" dirty="0">
              <a:solidFill>
                <a:schemeClr val="bg2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 rtl="1"/>
            <a:endParaRPr lang="en-US" sz="2000" dirty="0">
              <a:solidFill>
                <a:schemeClr val="bg2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461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8CBB31-A631-D5C4-F47B-2FA44CAFD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xmlns="" id="{5BFDFE6A-CDD1-5D6B-16F8-5DA7255A1440}"/>
              </a:ext>
            </a:extLst>
          </p:cNvPr>
          <p:cNvSpPr/>
          <p:nvPr/>
        </p:nvSpPr>
        <p:spPr>
          <a:xfrm>
            <a:off x="3733254" y="45092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he-IL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דוחות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xmlns="" id="{0E96A7DD-521C-644C-30B6-E305D11CE3BF}"/>
              </a:ext>
            </a:extLst>
          </p:cNvPr>
          <p:cNvSpPr/>
          <p:nvPr/>
        </p:nvSpPr>
        <p:spPr>
          <a:xfrm>
            <a:off x="8825787" y="1576425"/>
            <a:ext cx="3229149" cy="832479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xmlns="" id="{627C51D0-FC35-42F2-CC21-15C55E6B006C}"/>
              </a:ext>
            </a:extLst>
          </p:cNvPr>
          <p:cNvSpPr/>
          <p:nvPr/>
        </p:nvSpPr>
        <p:spPr>
          <a:xfrm>
            <a:off x="8825787" y="1738618"/>
            <a:ext cx="3229150" cy="508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/>
            <a:r>
              <a:rPr lang="he-IL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דוח עץ מוצר</a:t>
            </a:r>
            <a:endParaRPr lang="x-none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/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6DB92565-782D-6ADD-A86E-3F3CB080E196}"/>
                  </a:ext>
                </a:extLst>
              </p14:cNvPr>
              <p14:cNvContentPartPr/>
              <p14:nvPr/>
            </p14:nvContentPartPr>
            <p14:xfrm>
              <a:off x="10744897" y="6508308"/>
              <a:ext cx="1310040" cy="24408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6DB92565-782D-6ADD-A86E-3F3CB080E1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1897" y="6445308"/>
                <a:ext cx="143568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Shape 7">
            <a:extLst>
              <a:ext uri="{FF2B5EF4-FFF2-40B4-BE49-F238E27FC236}">
                <a16:creationId xmlns:a16="http://schemas.microsoft.com/office/drawing/2014/main" xmlns="" id="{5BF2AF13-9EDC-F280-FBB7-E5FB12F50A5F}"/>
              </a:ext>
            </a:extLst>
          </p:cNvPr>
          <p:cNvSpPr/>
          <p:nvPr/>
        </p:nvSpPr>
        <p:spPr>
          <a:xfrm>
            <a:off x="2448232" y="1738618"/>
            <a:ext cx="5654409" cy="1206405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xmlns="" id="{02A25F14-20BD-95A2-517A-3B5EF30BD0AD}"/>
              </a:ext>
            </a:extLst>
          </p:cNvPr>
          <p:cNvSpPr/>
          <p:nvPr/>
        </p:nvSpPr>
        <p:spPr>
          <a:xfrm>
            <a:off x="2674374" y="1806458"/>
            <a:ext cx="5379106" cy="150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דוח זה מציג את פריט עץ מוצר והמחיר שלו</a:t>
            </a:r>
          </a:p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במחירון לקוחות והפריטים הבנים שלו .</a:t>
            </a:r>
            <a:endParaRPr lang="x-none" sz="2400" dirty="0">
              <a:solidFill>
                <a:schemeClr val="bg2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 rtl="1"/>
            <a:endParaRPr lang="en-US" sz="2800" dirty="0">
              <a:solidFill>
                <a:schemeClr val="bg2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7" name="תמונה 6" descr="תמונה שמכילה טקסט, צילום מסך, מספר, גופן&#10;&#10;התיאור נוצר באופן אוטומטי">
            <a:extLst>
              <a:ext uri="{FF2B5EF4-FFF2-40B4-BE49-F238E27FC236}">
                <a16:creationId xmlns:a16="http://schemas.microsoft.com/office/drawing/2014/main" xmlns="" id="{68BF9C2C-BEA8-055F-1BE6-89A48A2EFA6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402"/>
          <a:stretch/>
        </p:blipFill>
        <p:spPr bwMode="auto">
          <a:xfrm>
            <a:off x="386533" y="3642067"/>
            <a:ext cx="11335285" cy="26612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8894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D0B4FEB-10CE-DA63-F490-0E6B6DBB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xmlns="" id="{5C535B2B-BC15-1DBE-5926-E3733A69B764}"/>
              </a:ext>
            </a:extLst>
          </p:cNvPr>
          <p:cNvSpPr/>
          <p:nvPr/>
        </p:nvSpPr>
        <p:spPr>
          <a:xfrm>
            <a:off x="3733254" y="45092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he-IL" sz="5400" dirty="0">
                <a:solidFill>
                  <a:srgbClr val="F2F2F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דוחות</a:t>
            </a:r>
            <a:endParaRPr lang="en-US" sz="5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xmlns="" id="{2E9552BB-C301-AFFA-EF20-2F04BFC53351}"/>
              </a:ext>
            </a:extLst>
          </p:cNvPr>
          <p:cNvSpPr/>
          <p:nvPr/>
        </p:nvSpPr>
        <p:spPr>
          <a:xfrm>
            <a:off x="8825787" y="1576425"/>
            <a:ext cx="3229149" cy="832479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xmlns="" id="{BC324178-1496-8EE1-F864-B5BEB09005FD}"/>
              </a:ext>
            </a:extLst>
          </p:cNvPr>
          <p:cNvSpPr/>
          <p:nvPr/>
        </p:nvSpPr>
        <p:spPr>
          <a:xfrm>
            <a:off x="8825787" y="1738618"/>
            <a:ext cx="3229150" cy="508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/>
            <a:r>
              <a:rPr lang="he-IL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דוח מלאי סופי</a:t>
            </a:r>
            <a:endParaRPr lang="x-none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/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D6C48EBE-292B-C780-4A4C-FB799CD16959}"/>
                  </a:ext>
                </a:extLst>
              </p14:cNvPr>
              <p14:cNvContentPartPr/>
              <p14:nvPr/>
            </p14:nvContentPartPr>
            <p14:xfrm>
              <a:off x="10744897" y="6508308"/>
              <a:ext cx="1310040" cy="24408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D6C48EBE-292B-C780-4A4C-FB799CD169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1897" y="6445308"/>
                <a:ext cx="143568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Shape 7">
            <a:extLst>
              <a:ext uri="{FF2B5EF4-FFF2-40B4-BE49-F238E27FC236}">
                <a16:creationId xmlns:a16="http://schemas.microsoft.com/office/drawing/2014/main" xmlns="" id="{CABC9488-D3D4-5788-3A68-7285785BEF57}"/>
              </a:ext>
            </a:extLst>
          </p:cNvPr>
          <p:cNvSpPr/>
          <p:nvPr/>
        </p:nvSpPr>
        <p:spPr>
          <a:xfrm>
            <a:off x="8825787" y="2682554"/>
            <a:ext cx="3229149" cy="2987436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pPr algn="ctr" rtl="1"/>
            <a:endParaRPr lang="x-none" sz="150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xmlns="" id="{C2CCFEB7-4FBF-6879-5427-4737AD36BA79}"/>
              </a:ext>
            </a:extLst>
          </p:cNvPr>
          <p:cNvSpPr/>
          <p:nvPr/>
        </p:nvSpPr>
        <p:spPr>
          <a:xfrm>
            <a:off x="8899481" y="2945231"/>
            <a:ext cx="3081759" cy="1766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דוח זה מציג את הפריטים </a:t>
            </a:r>
          </a:p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הקיימים במלאי ואת</a:t>
            </a:r>
          </a:p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הכמויות שלהם במחסן</a:t>
            </a:r>
          </a:p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אחרי ביצוע הזמנות מספקים </a:t>
            </a:r>
          </a:p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ואחרי ביצוע הזמנות</a:t>
            </a:r>
          </a:p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הלקוחות שסופקו ושטרם</a:t>
            </a:r>
          </a:p>
          <a:p>
            <a:pPr algn="ctr" rtl="1"/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סופקו. </a:t>
            </a:r>
            <a:endParaRPr lang="x-none" sz="2400" dirty="0">
              <a:solidFill>
                <a:schemeClr val="bg2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 rtl="1"/>
            <a:endParaRPr lang="en-US" sz="2800" dirty="0">
              <a:solidFill>
                <a:schemeClr val="bg2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7" name="תמונה 6" descr="תמונה שמכילה טקסט, צילום מסך, מספר, תוכנה&#10;&#10;התיאור נוצר באופן אוטומטי">
            <a:extLst>
              <a:ext uri="{FF2B5EF4-FFF2-40B4-BE49-F238E27FC236}">
                <a16:creationId xmlns:a16="http://schemas.microsoft.com/office/drawing/2014/main" xmlns="" id="{F9470AEF-196D-2126-5AD6-39E788C5FF0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32"/>
          <a:stretch/>
        </p:blipFill>
        <p:spPr bwMode="auto">
          <a:xfrm>
            <a:off x="137063" y="1874676"/>
            <a:ext cx="8571842" cy="35428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69657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33763" y="406215"/>
            <a:ext cx="4524474" cy="565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416"/>
              </a:lnSpc>
            </a:pPr>
            <a:r>
              <a:rPr lang="he-IL" sz="5400" dirty="0">
                <a:solidFill>
                  <a:srgbClr val="F2F2F3"/>
                </a:solidFill>
                <a:latin typeface="Roboto "/>
              </a:rPr>
              <a:t>מסקנות</a:t>
            </a:r>
            <a:endParaRPr lang="en-US" sz="5400" dirty="0">
              <a:latin typeface="Roboto 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781" y="1598621"/>
            <a:ext cx="452438" cy="452438"/>
          </a:xfrm>
          <a:prstGeom prst="rect">
            <a:avLst/>
          </a:prstGeom>
          <a:noFill/>
        </p:spPr>
      </p:pic>
      <p:sp>
        <p:nvSpPr>
          <p:cNvPr id="6" name="Text 2"/>
          <p:cNvSpPr/>
          <p:nvPr/>
        </p:nvSpPr>
        <p:spPr>
          <a:xfrm>
            <a:off x="1685924" y="2541889"/>
            <a:ext cx="9272589" cy="177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250"/>
              </a:lnSpc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ניתן ליישם</a:t>
            </a:r>
            <a:r>
              <a:rPr lang="en-US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ERP </a:t>
            </a: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ולנהל רכש ומכירות הארגון במערכת </a:t>
            </a:r>
            <a:r>
              <a:rPr lang="en-US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SAP </a:t>
            </a: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וזה מוסיף </a:t>
            </a:r>
          </a:p>
          <a:p>
            <a:pPr algn="ctr" rtl="1">
              <a:lnSpc>
                <a:spcPts val="2250"/>
              </a:lnSpc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לנו יתרונות ונותן לנו לא להיכנס לחוסרים ולנהל נכון בעזרת דוחות </a:t>
            </a:r>
            <a:r>
              <a:rPr lang="he-IL" sz="2400" dirty="0" err="1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הסאפ</a:t>
            </a:r>
            <a:endParaRPr lang="he-IL" sz="2400" dirty="0">
              <a:solidFill>
                <a:schemeClr val="bg2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 rtl="1">
              <a:lnSpc>
                <a:spcPts val="2250"/>
              </a:lnSpc>
            </a:pPr>
            <a:r>
              <a:rPr lang="he-IL" sz="2400" dirty="0">
                <a:solidFill>
                  <a:schemeClr val="bg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שנותנות לנו הסתכלות כוללת על מצב העסק   .</a:t>
            </a:r>
            <a:endParaRPr lang="x-none" sz="2400" dirty="0">
              <a:solidFill>
                <a:schemeClr val="bg2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 rtl="1">
              <a:lnSpc>
                <a:spcPts val="2250"/>
              </a:lnSpc>
            </a:pPr>
            <a:r>
              <a:rPr lang="he-IL" sz="2400" dirty="0">
                <a:solidFill>
                  <a:schemeClr val="bg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endParaRPr lang="en-US" sz="2400" dirty="0">
              <a:solidFill>
                <a:schemeClr val="bg2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758" y="4713280"/>
            <a:ext cx="452438" cy="4524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19883" y="5438296"/>
            <a:ext cx="226218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208"/>
              </a:lnSpc>
            </a:pPr>
            <a:r>
              <a:rPr lang="en-US" sz="24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תמיכה בקבלת החלטות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370" y="4713280"/>
            <a:ext cx="452438" cy="452438"/>
          </a:xfrm>
          <a:prstGeom prst="rect">
            <a:avLst/>
          </a:prstGeom>
        </p:spPr>
      </p:pic>
      <p:pic>
        <p:nvPicPr>
          <p:cNvPr id="16" name="גרפיקה 15" descr="סימן איסור קו מיתאר">
            <a:extLst>
              <a:ext uri="{FF2B5EF4-FFF2-40B4-BE49-F238E27FC236}">
                <a16:creationId xmlns:a16="http://schemas.microsoft.com/office/drawing/2014/main" xmlns="" id="{F1F0686E-5256-CB2A-7972-2A58283379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545282" y="4664139"/>
            <a:ext cx="550720" cy="550720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xmlns="" id="{4849E7F3-A60D-D4FD-8A9D-352E028928F8}"/>
              </a:ext>
            </a:extLst>
          </p:cNvPr>
          <p:cNvSpPr/>
          <p:nvPr/>
        </p:nvSpPr>
        <p:spPr>
          <a:xfrm>
            <a:off x="4738687" y="5459074"/>
            <a:ext cx="226218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208"/>
              </a:lnSpc>
            </a:pPr>
            <a:r>
              <a:rPr lang="he-IL" sz="24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לא להיכנס לחוסרים 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xmlns="" id="{3F407125-96E3-8367-2FD5-3AB7F1729D9F}"/>
              </a:ext>
            </a:extLst>
          </p:cNvPr>
          <p:cNvSpPr/>
          <p:nvPr/>
        </p:nvSpPr>
        <p:spPr>
          <a:xfrm>
            <a:off x="957495" y="5463933"/>
            <a:ext cx="226218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2208"/>
              </a:lnSpc>
            </a:pPr>
            <a:r>
              <a:rPr lang="he-IL" sz="24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הגשת יעדים 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xmlns="" id="{E29DCF25-E9B8-02A6-D6F7-86596E7868F7}"/>
                  </a:ext>
                </a:extLst>
              </p14:cNvPr>
              <p14:cNvContentPartPr/>
              <p14:nvPr/>
            </p14:nvContentPartPr>
            <p14:xfrm>
              <a:off x="10734457" y="6507228"/>
              <a:ext cx="1339200" cy="24084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E29DCF25-E9B8-02A6-D6F7-86596E7868F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71457" y="6444228"/>
                <a:ext cx="1464840" cy="36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1" r="19785"/>
          <a:stretch/>
        </p:blipFill>
        <p:spPr>
          <a:xfrm>
            <a:off x="7358645" y="0"/>
            <a:ext cx="48333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1" y="723801"/>
            <a:ext cx="584746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he-IL" sz="5400" dirty="0">
                <a:solidFill>
                  <a:srgbClr val="F2F2F3"/>
                </a:solidFill>
                <a:latin typeface="Roboto "/>
              </a:rPr>
              <a:t>המלצות להמשך</a:t>
            </a:r>
            <a:endParaRPr lang="en-US" sz="5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2" y="1597919"/>
            <a:ext cx="945058" cy="1512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0019" y="178693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he-IL" sz="1833" dirty="0">
                <a:solidFill>
                  <a:schemeClr val="bg1"/>
                </a:solidFill>
                <a:latin typeface="Roboto  "/>
              </a:rPr>
              <a:t>בחינת חוזקות והזדמנויות</a:t>
            </a:r>
            <a:endParaRPr lang="en-US" sz="1833" dirty="0">
              <a:solidFill>
                <a:schemeClr val="bg1"/>
              </a:solidFill>
              <a:latin typeface="Roboto  "/>
            </a:endParaRPr>
          </a:p>
        </p:txBody>
      </p:sp>
      <p:sp>
        <p:nvSpPr>
          <p:cNvPr id="6" name="Text 2"/>
          <p:cNvSpPr/>
          <p:nvPr/>
        </p:nvSpPr>
        <p:spPr>
          <a:xfrm>
            <a:off x="1890019" y="2195612"/>
            <a:ext cx="506849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המשך </a:t>
            </a:r>
            <a:r>
              <a:rPr lang="en-US" sz="1458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הטמעת</a:t>
            </a:r>
            <a:r>
              <a:rPr lang="en-US" sz="1458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58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מערכת</a:t>
            </a:r>
            <a:r>
              <a:rPr lang="he-IL" sz="1458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he-IL" sz="1458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סאפ</a:t>
            </a:r>
            <a:endParaRPr lang="en-US" sz="1458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92" y="3110012"/>
            <a:ext cx="945058" cy="15120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90019" y="329902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he-IL" sz="1833" dirty="0">
                <a:solidFill>
                  <a:schemeClr val="bg1"/>
                </a:solidFill>
                <a:latin typeface="Roboto  "/>
              </a:rPr>
              <a:t>שיפור מדדי ביצוע</a:t>
            </a:r>
            <a:endParaRPr lang="en-US" sz="1833" dirty="0">
              <a:solidFill>
                <a:schemeClr val="bg1"/>
              </a:solidFill>
              <a:latin typeface="Roboto  "/>
            </a:endParaRPr>
          </a:p>
        </p:txBody>
      </p:sp>
      <p:sp>
        <p:nvSpPr>
          <p:cNvPr id="9" name="Text 4"/>
          <p:cNvSpPr/>
          <p:nvPr/>
        </p:nvSpPr>
        <p:spPr>
          <a:xfrm>
            <a:off x="1890019" y="3707706"/>
            <a:ext cx="506849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מעקב שוטף אחר מדדי ביצוע מפתח לזיהוי אזורים לשיפור</a:t>
            </a:r>
            <a:endParaRPr lang="en-US" sz="1458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92" y="4622106"/>
            <a:ext cx="945058" cy="15120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90019" y="481111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he-IL" sz="1833" dirty="0">
                <a:solidFill>
                  <a:schemeClr val="bg1"/>
                </a:solidFill>
                <a:latin typeface="Roboto  "/>
              </a:rPr>
              <a:t>הכשרת אנשי מפתח</a:t>
            </a:r>
            <a:endParaRPr lang="en-US" sz="1833" dirty="0">
              <a:solidFill>
                <a:schemeClr val="bg1"/>
              </a:solidFill>
              <a:latin typeface="Roboto  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890019" y="5219800"/>
            <a:ext cx="506849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השקעה בהדרכה והעשרה של הצוות להפקת </a:t>
            </a:r>
            <a:r>
              <a:rPr lang="en-US" sz="1458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המרב</a:t>
            </a:r>
            <a:r>
              <a:rPr lang="en-US" sz="1458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58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מהמערכת</a:t>
            </a:r>
            <a:endParaRPr lang="en-US" sz="1458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FA85603D-C34A-F61A-5E11-B1D65B8A6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12" b="23912"/>
          <a:stretch/>
        </p:blipFill>
        <p:spPr bwMode="auto">
          <a:xfrm>
            <a:off x="0" y="0"/>
            <a:ext cx="122473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xmlns="" id="{00BF45E1-BEC2-9181-D6ED-5350F5B8AD7E}"/>
              </a:ext>
            </a:extLst>
          </p:cNvPr>
          <p:cNvSpPr/>
          <p:nvPr/>
        </p:nvSpPr>
        <p:spPr>
          <a:xfrm>
            <a:off x="-55922" y="-71926"/>
            <a:ext cx="12359149" cy="700185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  <p:txBody>
          <a:bodyPr/>
          <a:lstStyle/>
          <a:p>
            <a:endParaRPr lang="x-none" sz="1500" dirty="0"/>
          </a:p>
        </p:txBody>
      </p:sp>
      <p:sp>
        <p:nvSpPr>
          <p:cNvPr id="3" name="Text 0"/>
          <p:cNvSpPr/>
          <p:nvPr/>
        </p:nvSpPr>
        <p:spPr>
          <a:xfrm>
            <a:off x="2533375" y="3152100"/>
            <a:ext cx="7180553" cy="55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ts val="4625"/>
              </a:lnSpc>
            </a:pPr>
            <a:r>
              <a:rPr lang="he-IL" sz="7200" dirty="0">
                <a:solidFill>
                  <a:srgbClr val="F2F2F3"/>
                </a:solidFill>
                <a:latin typeface="Roboto "/>
              </a:rPr>
              <a:t>תודה על ההקשבה </a:t>
            </a:r>
            <a:endParaRPr lang="en-US" sz="7200" dirty="0">
              <a:latin typeface="Roboto 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GOLD AND SILVE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C4AE75"/>
      </a:accent1>
      <a:accent2>
        <a:srgbClr val="A9A9A9"/>
      </a:accent2>
      <a:accent3>
        <a:srgbClr val="5E5E5E"/>
      </a:accent3>
      <a:accent4>
        <a:srgbClr val="424242"/>
      </a:accent4>
      <a:accent5>
        <a:srgbClr val="212121"/>
      </a:accent5>
      <a:accent6>
        <a:srgbClr val="D5D5D5"/>
      </a:accent6>
      <a:hlink>
        <a:srgbClr val="C1AA73"/>
      </a:hlink>
      <a:folHlink>
        <a:srgbClr val="797979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rence" id="{B1388269-6A25-4F35-91BE-E59A597AB25F}" vid="{EA621A8F-389C-4766-B7E5-1B2B7E9ADD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TM04033929[[fn=צפחה]]</Template>
  <TotalTime>10105</TotalTime>
  <Words>695</Words>
  <Application>Microsoft Office PowerPoint</Application>
  <PresentationFormat>מסך רחב</PresentationFormat>
  <Paragraphs>256</Paragraphs>
  <Slides>20</Slides>
  <Notes>15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33" baseType="lpstr">
      <vt:lpstr>Arial</vt:lpstr>
      <vt:lpstr>Calibri</vt:lpstr>
      <vt:lpstr>Cambria Math</vt:lpstr>
      <vt:lpstr>David</vt:lpstr>
      <vt:lpstr>Garamond</vt:lpstr>
      <vt:lpstr>Poppins Light</vt:lpstr>
      <vt:lpstr>Roboto</vt:lpstr>
      <vt:lpstr>Roboto </vt:lpstr>
      <vt:lpstr>Roboto  </vt:lpstr>
      <vt:lpstr>Roboto Light</vt:lpstr>
      <vt:lpstr>Symbol</vt:lpstr>
      <vt:lpstr>Times New Roman</vt:lpstr>
      <vt:lpstr>RetrospectVTI</vt:lpstr>
      <vt:lpstr>GELATO BOUTIQE</vt:lpstr>
      <vt:lpstr>רקע על הארגון</vt:lpstr>
      <vt:lpstr>מצגת של PowerPoint</vt:lpstr>
      <vt:lpstr>תרשימים רלוונטיים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GELATO BOUTIQE</dc:title>
  <dc:creator>sara shekh yusuf</dc:creator>
  <cp:lastModifiedBy>חשבון Microsoft</cp:lastModifiedBy>
  <cp:revision>3</cp:revision>
  <dcterms:created xsi:type="dcterms:W3CDTF">2024-11-03T11:22:08Z</dcterms:created>
  <dcterms:modified xsi:type="dcterms:W3CDTF">2025-01-30T15:56:41Z</dcterms:modified>
</cp:coreProperties>
</file>